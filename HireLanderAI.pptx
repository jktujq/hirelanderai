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8"/>
  </p:notesMasterIdLst>
  <p:sldIdLst>
    <p:sldId id="256" r:id="rId2"/>
    <p:sldId id="296" r:id="rId3"/>
    <p:sldId id="258" r:id="rId4"/>
    <p:sldId id="261" r:id="rId5"/>
    <p:sldId id="300" r:id="rId6"/>
    <p:sldId id="301" r:id="rId7"/>
    <p:sldId id="302" r:id="rId8"/>
    <p:sldId id="312" r:id="rId9"/>
    <p:sldId id="313" r:id="rId10"/>
    <p:sldId id="303" r:id="rId11"/>
    <p:sldId id="304" r:id="rId12"/>
    <p:sldId id="305" r:id="rId13"/>
    <p:sldId id="308" r:id="rId14"/>
    <p:sldId id="309" r:id="rId15"/>
    <p:sldId id="307" r:id="rId16"/>
    <p:sldId id="275" r:id="rId17"/>
  </p:sldIdLst>
  <p:sldSz cx="9144000" cy="5143500" type="screen16x9"/>
  <p:notesSz cx="6858000" cy="9144000"/>
  <p:embeddedFontLst>
    <p:embeddedFont>
      <p:font typeface="Anaheim" panose="020B0604020202020204" charset="0"/>
      <p:regular r:id="rId19"/>
      <p:bold r:id="rId20"/>
    </p:embeddedFont>
    <p:embeddedFont>
      <p:font typeface="Bebas Neue" panose="020B0606020202050201" pitchFamily="34" charset="0"/>
      <p:regular r:id="rId21"/>
    </p:embeddedFont>
    <p:embeddedFont>
      <p:font typeface="Montserrat" panose="00000500000000000000" pitchFamily="2" charset="-52"/>
      <p:regular r:id="rId22"/>
      <p:bold r:id="rId23"/>
      <p:italic r:id="rId24"/>
      <p:boldItalic r:id="rId25"/>
    </p:embeddedFont>
    <p:embeddedFont>
      <p:font typeface="Raleway" pitchFamily="2" charset="-52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46E5"/>
    <a:srgbClr val="10B981"/>
    <a:srgbClr val="F59E0B"/>
    <a:srgbClr val="EF4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2BE9751-83E9-43B6-AFAD-48ECD59AB4E6}">
  <a:tblStyle styleId="{62BE9751-83E9-43B6-AFAD-48ECD59AB4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D7A9DB3-6235-4F8E-89D8-E0C0AFDAD79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194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3f33e935f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3f33e935f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>
          <a:extLst>
            <a:ext uri="{FF2B5EF4-FFF2-40B4-BE49-F238E27FC236}">
              <a16:creationId xmlns:a16="http://schemas.microsoft.com/office/drawing/2014/main" id="{AFBDF843-7C60-4337-5A66-C35B38356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84d99d1a72_0_242:notes">
            <a:extLst>
              <a:ext uri="{FF2B5EF4-FFF2-40B4-BE49-F238E27FC236}">
                <a16:creationId xmlns:a16="http://schemas.microsoft.com/office/drawing/2014/main" id="{6AA8CBFF-8EB0-4ABC-4B8E-35BBBAC8D8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184d99d1a72_0_242:notes">
            <a:extLst>
              <a:ext uri="{FF2B5EF4-FFF2-40B4-BE49-F238E27FC236}">
                <a16:creationId xmlns:a16="http://schemas.microsoft.com/office/drawing/2014/main" id="{BA426329-E7FE-A76F-FAA7-9E9CCE8DC3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65929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>
          <a:extLst>
            <a:ext uri="{FF2B5EF4-FFF2-40B4-BE49-F238E27FC236}">
              <a16:creationId xmlns:a16="http://schemas.microsoft.com/office/drawing/2014/main" id="{F5B52C41-95DA-52F0-E6BD-618D6B7BC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84d99d1a72_0_57:notes">
            <a:extLst>
              <a:ext uri="{FF2B5EF4-FFF2-40B4-BE49-F238E27FC236}">
                <a16:creationId xmlns:a16="http://schemas.microsoft.com/office/drawing/2014/main" id="{516A9BC8-77B5-476A-C367-63989503C2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184d99d1a72_0_57:notes">
            <a:extLst>
              <a:ext uri="{FF2B5EF4-FFF2-40B4-BE49-F238E27FC236}">
                <a16:creationId xmlns:a16="http://schemas.microsoft.com/office/drawing/2014/main" id="{DD4164F3-85FB-DD55-3E32-39F381199C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8215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>
          <a:extLst>
            <a:ext uri="{FF2B5EF4-FFF2-40B4-BE49-F238E27FC236}">
              <a16:creationId xmlns:a16="http://schemas.microsoft.com/office/drawing/2014/main" id="{79A69CA6-280A-88E9-76A1-FBD59DA37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84d99d1a72_0_57:notes">
            <a:extLst>
              <a:ext uri="{FF2B5EF4-FFF2-40B4-BE49-F238E27FC236}">
                <a16:creationId xmlns:a16="http://schemas.microsoft.com/office/drawing/2014/main" id="{5CC283F1-E450-DCFA-93A6-8F86CBFBAB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184d99d1a72_0_57:notes">
            <a:extLst>
              <a:ext uri="{FF2B5EF4-FFF2-40B4-BE49-F238E27FC236}">
                <a16:creationId xmlns:a16="http://schemas.microsoft.com/office/drawing/2014/main" id="{ED5BB71A-665D-F622-5F21-6E61D06270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29157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>
          <a:extLst>
            <a:ext uri="{FF2B5EF4-FFF2-40B4-BE49-F238E27FC236}">
              <a16:creationId xmlns:a16="http://schemas.microsoft.com/office/drawing/2014/main" id="{6D9F3EB4-F366-EF08-AE4E-EE8673097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84d99d1a72_0_57:notes">
            <a:extLst>
              <a:ext uri="{FF2B5EF4-FFF2-40B4-BE49-F238E27FC236}">
                <a16:creationId xmlns:a16="http://schemas.microsoft.com/office/drawing/2014/main" id="{D6AEC29B-FCE5-7A23-8093-3C9CAE28CE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184d99d1a72_0_57:notes">
            <a:extLst>
              <a:ext uri="{FF2B5EF4-FFF2-40B4-BE49-F238E27FC236}">
                <a16:creationId xmlns:a16="http://schemas.microsoft.com/office/drawing/2014/main" id="{FCB7F1DB-0BC3-2007-1CFB-99D2612CEE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59318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>
          <a:extLst>
            <a:ext uri="{FF2B5EF4-FFF2-40B4-BE49-F238E27FC236}">
              <a16:creationId xmlns:a16="http://schemas.microsoft.com/office/drawing/2014/main" id="{E3ABAEBF-779F-FC71-C5F4-04C932821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84d99d1a72_0_57:notes">
            <a:extLst>
              <a:ext uri="{FF2B5EF4-FFF2-40B4-BE49-F238E27FC236}">
                <a16:creationId xmlns:a16="http://schemas.microsoft.com/office/drawing/2014/main" id="{05788D85-311C-D0AA-BAE8-F4D5EFA5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184d99d1a72_0_57:notes">
            <a:extLst>
              <a:ext uri="{FF2B5EF4-FFF2-40B4-BE49-F238E27FC236}">
                <a16:creationId xmlns:a16="http://schemas.microsoft.com/office/drawing/2014/main" id="{34E394D4-15C2-5ABA-3080-DC98F2F3CA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04463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>
          <a:extLst>
            <a:ext uri="{FF2B5EF4-FFF2-40B4-BE49-F238E27FC236}">
              <a16:creationId xmlns:a16="http://schemas.microsoft.com/office/drawing/2014/main" id="{1BB108FC-03F3-8B0A-0611-F1DF4E7A9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84d99d1a72_0_57:notes">
            <a:extLst>
              <a:ext uri="{FF2B5EF4-FFF2-40B4-BE49-F238E27FC236}">
                <a16:creationId xmlns:a16="http://schemas.microsoft.com/office/drawing/2014/main" id="{52DC8D83-AB18-FDA3-B6E7-605E723D1D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184d99d1a72_0_57:notes">
            <a:extLst>
              <a:ext uri="{FF2B5EF4-FFF2-40B4-BE49-F238E27FC236}">
                <a16:creationId xmlns:a16="http://schemas.microsoft.com/office/drawing/2014/main" id="{B7B2A4FB-F1A2-FB51-D5E1-D684728DEF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33353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>
          <a:extLst>
            <a:ext uri="{FF2B5EF4-FFF2-40B4-BE49-F238E27FC236}">
              <a16:creationId xmlns:a16="http://schemas.microsoft.com/office/drawing/2014/main" id="{D403B237-FBE9-76C3-B9F5-00B2F49D5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84d99d1a72_0_57:notes">
            <a:extLst>
              <a:ext uri="{FF2B5EF4-FFF2-40B4-BE49-F238E27FC236}">
                <a16:creationId xmlns:a16="http://schemas.microsoft.com/office/drawing/2014/main" id="{F546FEA8-928A-FB91-E7A9-472CACAA6E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184d99d1a72_0_57:notes">
            <a:extLst>
              <a:ext uri="{FF2B5EF4-FFF2-40B4-BE49-F238E27FC236}">
                <a16:creationId xmlns:a16="http://schemas.microsoft.com/office/drawing/2014/main" id="{573CAF84-DA0A-5B81-EF45-9913FF6EDC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95526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>
          <a:extLst>
            <a:ext uri="{FF2B5EF4-FFF2-40B4-BE49-F238E27FC236}">
              <a16:creationId xmlns:a16="http://schemas.microsoft.com/office/drawing/2014/main" id="{7E3C0688-8FFF-205A-20A1-4959CB667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84d99d1a72_0_57:notes">
            <a:extLst>
              <a:ext uri="{FF2B5EF4-FFF2-40B4-BE49-F238E27FC236}">
                <a16:creationId xmlns:a16="http://schemas.microsoft.com/office/drawing/2014/main" id="{56583C3E-D3C7-53A6-3690-F800B00F2A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184d99d1a72_0_57:notes">
            <a:extLst>
              <a:ext uri="{FF2B5EF4-FFF2-40B4-BE49-F238E27FC236}">
                <a16:creationId xmlns:a16="http://schemas.microsoft.com/office/drawing/2014/main" id="{30A02E8C-64CC-76C0-5D45-2831A267B0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74832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>
          <a:extLst>
            <a:ext uri="{FF2B5EF4-FFF2-40B4-BE49-F238E27FC236}">
              <a16:creationId xmlns:a16="http://schemas.microsoft.com/office/drawing/2014/main" id="{7A5EE422-3B9B-9C6A-7F2D-AB380ACA4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84d99d1a72_0_57:notes">
            <a:extLst>
              <a:ext uri="{FF2B5EF4-FFF2-40B4-BE49-F238E27FC236}">
                <a16:creationId xmlns:a16="http://schemas.microsoft.com/office/drawing/2014/main" id="{7F56084C-95D8-69FE-F643-A3673F5B6A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184d99d1a72_0_57:notes">
            <a:extLst>
              <a:ext uri="{FF2B5EF4-FFF2-40B4-BE49-F238E27FC236}">
                <a16:creationId xmlns:a16="http://schemas.microsoft.com/office/drawing/2014/main" id="{661CF525-5541-09D2-5763-29C9CD118B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55519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>
          <a:extLst>
            <a:ext uri="{FF2B5EF4-FFF2-40B4-BE49-F238E27FC236}">
              <a16:creationId xmlns:a16="http://schemas.microsoft.com/office/drawing/2014/main" id="{5E94BD37-C590-DA1E-A5A9-C16163D65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84d99d1a72_0_57:notes">
            <a:extLst>
              <a:ext uri="{FF2B5EF4-FFF2-40B4-BE49-F238E27FC236}">
                <a16:creationId xmlns:a16="http://schemas.microsoft.com/office/drawing/2014/main" id="{28943058-E745-89FF-C951-E3B532BFE4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184d99d1a72_0_57:notes">
            <a:extLst>
              <a:ext uri="{FF2B5EF4-FFF2-40B4-BE49-F238E27FC236}">
                <a16:creationId xmlns:a16="http://schemas.microsoft.com/office/drawing/2014/main" id="{232A2A9D-CD06-D8D7-8385-F8DAC34BD6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4688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>
          <a:extLst>
            <a:ext uri="{FF2B5EF4-FFF2-40B4-BE49-F238E27FC236}">
              <a16:creationId xmlns:a16="http://schemas.microsoft.com/office/drawing/2014/main" id="{49CC5DFE-C508-337A-2341-7E9DBB0F0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84d99d1a72_0_57:notes">
            <a:extLst>
              <a:ext uri="{FF2B5EF4-FFF2-40B4-BE49-F238E27FC236}">
                <a16:creationId xmlns:a16="http://schemas.microsoft.com/office/drawing/2014/main" id="{6FA49B4C-7C9A-5606-5C32-8ADF30661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184d99d1a72_0_57:notes">
            <a:extLst>
              <a:ext uri="{FF2B5EF4-FFF2-40B4-BE49-F238E27FC236}">
                <a16:creationId xmlns:a16="http://schemas.microsoft.com/office/drawing/2014/main" id="{B63920F0-F777-C7E5-9679-5562ABB376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16606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0275" y="979000"/>
            <a:ext cx="4144200" cy="25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30275" y="3625150"/>
            <a:ext cx="41442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-12"/>
            <a:ext cx="2162150" cy="526700"/>
          </a:xfrm>
          <a:custGeom>
            <a:avLst/>
            <a:gdLst/>
            <a:ahLst/>
            <a:cxnLst/>
            <a:rect l="l" t="t" r="r" b="b"/>
            <a:pathLst>
              <a:path w="86486" h="21068" extrusionOk="0">
                <a:moveTo>
                  <a:pt x="0" y="0"/>
                </a:moveTo>
                <a:cubicBezTo>
                  <a:pt x="1598" y="6163"/>
                  <a:pt x="6414" y="11047"/>
                  <a:pt x="14722" y="11162"/>
                </a:cubicBezTo>
                <a:cubicBezTo>
                  <a:pt x="14818" y="11162"/>
                  <a:pt x="14914" y="11163"/>
                  <a:pt x="15009" y="11163"/>
                </a:cubicBezTo>
                <a:cubicBezTo>
                  <a:pt x="20111" y="11163"/>
                  <a:pt x="24904" y="9922"/>
                  <a:pt x="29827" y="9922"/>
                </a:cubicBezTo>
                <a:cubicBezTo>
                  <a:pt x="31932" y="9922"/>
                  <a:pt x="34060" y="10149"/>
                  <a:pt x="36247" y="10796"/>
                </a:cubicBezTo>
                <a:cubicBezTo>
                  <a:pt x="42889" y="12759"/>
                  <a:pt x="48412" y="17393"/>
                  <a:pt x="54941" y="19630"/>
                </a:cubicBezTo>
                <a:cubicBezTo>
                  <a:pt x="57731" y="20580"/>
                  <a:pt x="60696" y="21068"/>
                  <a:pt x="63651" y="21068"/>
                </a:cubicBezTo>
                <a:cubicBezTo>
                  <a:pt x="68430" y="21068"/>
                  <a:pt x="73186" y="19793"/>
                  <a:pt x="77150" y="17142"/>
                </a:cubicBezTo>
                <a:cubicBezTo>
                  <a:pt x="82765" y="13376"/>
                  <a:pt x="86485" y="6733"/>
                  <a:pt x="86462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-6653" y="3956591"/>
            <a:ext cx="2303046" cy="1188404"/>
          </a:xfrm>
          <a:custGeom>
            <a:avLst/>
            <a:gdLst/>
            <a:ahLst/>
            <a:cxnLst/>
            <a:rect l="l" t="t" r="r" b="b"/>
            <a:pathLst>
              <a:path w="52111" h="26890" extrusionOk="0">
                <a:moveTo>
                  <a:pt x="232" y="0"/>
                </a:moveTo>
                <a:cubicBezTo>
                  <a:pt x="154" y="0"/>
                  <a:pt x="77" y="1"/>
                  <a:pt x="0" y="2"/>
                </a:cubicBezTo>
                <a:lnTo>
                  <a:pt x="0" y="26890"/>
                </a:lnTo>
                <a:lnTo>
                  <a:pt x="52110" y="26890"/>
                </a:lnTo>
                <a:cubicBezTo>
                  <a:pt x="51836" y="25886"/>
                  <a:pt x="51448" y="24927"/>
                  <a:pt x="50992" y="24014"/>
                </a:cubicBezTo>
                <a:cubicBezTo>
                  <a:pt x="48242" y="18663"/>
                  <a:pt x="42325" y="15104"/>
                  <a:pt x="36312" y="15104"/>
                </a:cubicBezTo>
                <a:cubicBezTo>
                  <a:pt x="35887" y="15104"/>
                  <a:pt x="35462" y="15122"/>
                  <a:pt x="35037" y="15158"/>
                </a:cubicBezTo>
                <a:cubicBezTo>
                  <a:pt x="31433" y="15451"/>
                  <a:pt x="27701" y="16922"/>
                  <a:pt x="24207" y="16922"/>
                </a:cubicBezTo>
                <a:cubicBezTo>
                  <a:pt x="22810" y="16922"/>
                  <a:pt x="21452" y="16687"/>
                  <a:pt x="20155" y="16048"/>
                </a:cubicBezTo>
                <a:cubicBezTo>
                  <a:pt x="15019" y="13560"/>
                  <a:pt x="14334" y="6918"/>
                  <a:pt x="10249" y="3380"/>
                </a:cubicBezTo>
                <a:cubicBezTo>
                  <a:pt x="7610" y="1077"/>
                  <a:pt x="3942" y="0"/>
                  <a:pt x="232" y="0"/>
                </a:cubicBezTo>
                <a:close/>
              </a:path>
            </a:pathLst>
          </a:custGeom>
          <a:gradFill>
            <a:gsLst>
              <a:gs pos="0">
                <a:schemeClr val="dk2">
                  <a:alpha val="59730"/>
                </a:schemeClr>
              </a:gs>
              <a:gs pos="100000">
                <a:schemeClr val="lt2">
                  <a:alpha val="59730"/>
                </a:scheme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7251801" y="0"/>
            <a:ext cx="1892123" cy="1558933"/>
          </a:xfrm>
          <a:custGeom>
            <a:avLst/>
            <a:gdLst/>
            <a:ahLst/>
            <a:cxnLst/>
            <a:rect l="l" t="t" r="r" b="b"/>
            <a:pathLst>
              <a:path w="49258" h="40584" extrusionOk="0">
                <a:moveTo>
                  <a:pt x="49257" y="0"/>
                </a:moveTo>
                <a:lnTo>
                  <a:pt x="49257" y="40583"/>
                </a:lnTo>
                <a:cubicBezTo>
                  <a:pt x="44053" y="39351"/>
                  <a:pt x="39283" y="36452"/>
                  <a:pt x="36156" y="32092"/>
                </a:cubicBezTo>
                <a:cubicBezTo>
                  <a:pt x="33211" y="27984"/>
                  <a:pt x="31659" y="22802"/>
                  <a:pt x="27801" y="19538"/>
                </a:cubicBezTo>
                <a:cubicBezTo>
                  <a:pt x="24469" y="16754"/>
                  <a:pt x="19995" y="15864"/>
                  <a:pt x="15795" y="14836"/>
                </a:cubicBezTo>
                <a:cubicBezTo>
                  <a:pt x="8971" y="13193"/>
                  <a:pt x="0" y="7418"/>
                  <a:pt x="2169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1"/>
          </p:nvPr>
        </p:nvSpPr>
        <p:spPr>
          <a:xfrm>
            <a:off x="4923137" y="2878950"/>
            <a:ext cx="2505600" cy="14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2"/>
          </p:nvPr>
        </p:nvSpPr>
        <p:spPr>
          <a:xfrm>
            <a:off x="1715263" y="2878950"/>
            <a:ext cx="2505600" cy="14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3"/>
          </p:nvPr>
        </p:nvSpPr>
        <p:spPr>
          <a:xfrm>
            <a:off x="1715263" y="2489652"/>
            <a:ext cx="2505600" cy="41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4"/>
          </p:nvPr>
        </p:nvSpPr>
        <p:spPr>
          <a:xfrm>
            <a:off x="4923138" y="2489652"/>
            <a:ext cx="2505600" cy="41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/>
          <p:nvPr/>
        </p:nvSpPr>
        <p:spPr>
          <a:xfrm rot="10800000">
            <a:off x="7278258" y="4692143"/>
            <a:ext cx="1859017" cy="452857"/>
          </a:xfrm>
          <a:custGeom>
            <a:avLst/>
            <a:gdLst/>
            <a:ahLst/>
            <a:cxnLst/>
            <a:rect l="l" t="t" r="r" b="b"/>
            <a:pathLst>
              <a:path w="86486" h="21068" extrusionOk="0">
                <a:moveTo>
                  <a:pt x="0" y="0"/>
                </a:moveTo>
                <a:cubicBezTo>
                  <a:pt x="1598" y="6163"/>
                  <a:pt x="6414" y="11047"/>
                  <a:pt x="14722" y="11162"/>
                </a:cubicBezTo>
                <a:cubicBezTo>
                  <a:pt x="14818" y="11162"/>
                  <a:pt x="14914" y="11163"/>
                  <a:pt x="15009" y="11163"/>
                </a:cubicBezTo>
                <a:cubicBezTo>
                  <a:pt x="20111" y="11163"/>
                  <a:pt x="24904" y="9922"/>
                  <a:pt x="29827" y="9922"/>
                </a:cubicBezTo>
                <a:cubicBezTo>
                  <a:pt x="31932" y="9922"/>
                  <a:pt x="34060" y="10149"/>
                  <a:pt x="36247" y="10796"/>
                </a:cubicBezTo>
                <a:cubicBezTo>
                  <a:pt x="42889" y="12759"/>
                  <a:pt x="48412" y="17393"/>
                  <a:pt x="54941" y="19630"/>
                </a:cubicBezTo>
                <a:cubicBezTo>
                  <a:pt x="57731" y="20580"/>
                  <a:pt x="60696" y="21068"/>
                  <a:pt x="63651" y="21068"/>
                </a:cubicBezTo>
                <a:cubicBezTo>
                  <a:pt x="68430" y="21068"/>
                  <a:pt x="73186" y="19793"/>
                  <a:pt x="77150" y="17142"/>
                </a:cubicBezTo>
                <a:cubicBezTo>
                  <a:pt x="82765" y="13376"/>
                  <a:pt x="86485" y="6733"/>
                  <a:pt x="86462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5"/>
          <p:cNvSpPr/>
          <p:nvPr/>
        </p:nvSpPr>
        <p:spPr>
          <a:xfrm rot="10800000">
            <a:off x="7556103" y="54"/>
            <a:ext cx="1587822" cy="819271"/>
          </a:xfrm>
          <a:custGeom>
            <a:avLst/>
            <a:gdLst/>
            <a:ahLst/>
            <a:cxnLst/>
            <a:rect l="l" t="t" r="r" b="b"/>
            <a:pathLst>
              <a:path w="52111" h="26890" extrusionOk="0">
                <a:moveTo>
                  <a:pt x="232" y="0"/>
                </a:moveTo>
                <a:cubicBezTo>
                  <a:pt x="154" y="0"/>
                  <a:pt x="77" y="1"/>
                  <a:pt x="0" y="2"/>
                </a:cubicBezTo>
                <a:lnTo>
                  <a:pt x="0" y="26890"/>
                </a:lnTo>
                <a:lnTo>
                  <a:pt x="52110" y="26890"/>
                </a:lnTo>
                <a:cubicBezTo>
                  <a:pt x="51836" y="25886"/>
                  <a:pt x="51448" y="24927"/>
                  <a:pt x="50992" y="24014"/>
                </a:cubicBezTo>
                <a:cubicBezTo>
                  <a:pt x="48242" y="18663"/>
                  <a:pt x="42325" y="15104"/>
                  <a:pt x="36312" y="15104"/>
                </a:cubicBezTo>
                <a:cubicBezTo>
                  <a:pt x="35887" y="15104"/>
                  <a:pt x="35462" y="15122"/>
                  <a:pt x="35037" y="15158"/>
                </a:cubicBezTo>
                <a:cubicBezTo>
                  <a:pt x="31433" y="15451"/>
                  <a:pt x="27701" y="16922"/>
                  <a:pt x="24207" y="16922"/>
                </a:cubicBezTo>
                <a:cubicBezTo>
                  <a:pt x="22810" y="16922"/>
                  <a:pt x="21452" y="16687"/>
                  <a:pt x="20155" y="16048"/>
                </a:cubicBezTo>
                <a:cubicBezTo>
                  <a:pt x="15019" y="13560"/>
                  <a:pt x="14334" y="6918"/>
                  <a:pt x="10249" y="3380"/>
                </a:cubicBezTo>
                <a:cubicBezTo>
                  <a:pt x="7610" y="1077"/>
                  <a:pt x="3942" y="0"/>
                  <a:pt x="232" y="0"/>
                </a:cubicBezTo>
                <a:close/>
              </a:path>
            </a:pathLst>
          </a:custGeom>
          <a:gradFill>
            <a:gsLst>
              <a:gs pos="0">
                <a:schemeClr val="dk2">
                  <a:alpha val="59730"/>
                </a:schemeClr>
              </a:gs>
              <a:gs pos="100000">
                <a:schemeClr val="lt2">
                  <a:alpha val="59730"/>
                </a:scheme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5"/>
          <p:cNvSpPr/>
          <p:nvPr/>
        </p:nvSpPr>
        <p:spPr>
          <a:xfrm rot="10800000">
            <a:off x="-6609" y="3988637"/>
            <a:ext cx="1403484" cy="1156340"/>
          </a:xfrm>
          <a:custGeom>
            <a:avLst/>
            <a:gdLst/>
            <a:ahLst/>
            <a:cxnLst/>
            <a:rect l="l" t="t" r="r" b="b"/>
            <a:pathLst>
              <a:path w="49258" h="40584" extrusionOk="0">
                <a:moveTo>
                  <a:pt x="49257" y="0"/>
                </a:moveTo>
                <a:lnTo>
                  <a:pt x="49257" y="40583"/>
                </a:lnTo>
                <a:cubicBezTo>
                  <a:pt x="44053" y="39351"/>
                  <a:pt x="39283" y="36452"/>
                  <a:pt x="36156" y="32092"/>
                </a:cubicBezTo>
                <a:cubicBezTo>
                  <a:pt x="33211" y="27984"/>
                  <a:pt x="31659" y="22802"/>
                  <a:pt x="27801" y="19538"/>
                </a:cubicBezTo>
                <a:cubicBezTo>
                  <a:pt x="24469" y="16754"/>
                  <a:pt x="19995" y="15864"/>
                  <a:pt x="15795" y="14836"/>
                </a:cubicBezTo>
                <a:cubicBezTo>
                  <a:pt x="8971" y="13193"/>
                  <a:pt x="0" y="7418"/>
                  <a:pt x="2169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2" hasCustomPrompt="1"/>
          </p:nvPr>
        </p:nvSpPr>
        <p:spPr>
          <a:xfrm>
            <a:off x="1665900" y="1507481"/>
            <a:ext cx="640200" cy="640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 idx="3" hasCustomPrompt="1"/>
          </p:nvPr>
        </p:nvSpPr>
        <p:spPr>
          <a:xfrm>
            <a:off x="1665900" y="3093339"/>
            <a:ext cx="640200" cy="640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4" hasCustomPrompt="1"/>
          </p:nvPr>
        </p:nvSpPr>
        <p:spPr>
          <a:xfrm>
            <a:off x="4251900" y="1507477"/>
            <a:ext cx="640200" cy="640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5" hasCustomPrompt="1"/>
          </p:nvPr>
        </p:nvSpPr>
        <p:spPr>
          <a:xfrm>
            <a:off x="4251900" y="3093339"/>
            <a:ext cx="640200" cy="640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6" hasCustomPrompt="1"/>
          </p:nvPr>
        </p:nvSpPr>
        <p:spPr>
          <a:xfrm>
            <a:off x="6837900" y="1507477"/>
            <a:ext cx="640200" cy="640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7" hasCustomPrompt="1"/>
          </p:nvPr>
        </p:nvSpPr>
        <p:spPr>
          <a:xfrm>
            <a:off x="6837900" y="3093339"/>
            <a:ext cx="640200" cy="640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1"/>
          </p:nvPr>
        </p:nvSpPr>
        <p:spPr>
          <a:xfrm>
            <a:off x="720000" y="2300073"/>
            <a:ext cx="2532000" cy="6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8"/>
          </p:nvPr>
        </p:nvSpPr>
        <p:spPr>
          <a:xfrm>
            <a:off x="3306000" y="2300073"/>
            <a:ext cx="2532000" cy="6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9"/>
          </p:nvPr>
        </p:nvSpPr>
        <p:spPr>
          <a:xfrm>
            <a:off x="5892000" y="2300073"/>
            <a:ext cx="2532000" cy="6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3"/>
          </p:nvPr>
        </p:nvSpPr>
        <p:spPr>
          <a:xfrm>
            <a:off x="720000" y="3885948"/>
            <a:ext cx="2532000" cy="6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14"/>
          </p:nvPr>
        </p:nvSpPr>
        <p:spPr>
          <a:xfrm>
            <a:off x="3306000" y="3885948"/>
            <a:ext cx="2532000" cy="6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5"/>
          </p:nvPr>
        </p:nvSpPr>
        <p:spPr>
          <a:xfrm>
            <a:off x="5892000" y="3885948"/>
            <a:ext cx="2532000" cy="6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2" name="Google Shape;72;p13"/>
          <p:cNvSpPr/>
          <p:nvPr/>
        </p:nvSpPr>
        <p:spPr>
          <a:xfrm rot="10800000">
            <a:off x="7556103" y="54"/>
            <a:ext cx="1587822" cy="819271"/>
          </a:xfrm>
          <a:custGeom>
            <a:avLst/>
            <a:gdLst/>
            <a:ahLst/>
            <a:cxnLst/>
            <a:rect l="l" t="t" r="r" b="b"/>
            <a:pathLst>
              <a:path w="52111" h="26890" extrusionOk="0">
                <a:moveTo>
                  <a:pt x="232" y="0"/>
                </a:moveTo>
                <a:cubicBezTo>
                  <a:pt x="154" y="0"/>
                  <a:pt x="77" y="1"/>
                  <a:pt x="0" y="2"/>
                </a:cubicBezTo>
                <a:lnTo>
                  <a:pt x="0" y="26890"/>
                </a:lnTo>
                <a:lnTo>
                  <a:pt x="52110" y="26890"/>
                </a:lnTo>
                <a:cubicBezTo>
                  <a:pt x="51836" y="25886"/>
                  <a:pt x="51448" y="24927"/>
                  <a:pt x="50992" y="24014"/>
                </a:cubicBezTo>
                <a:cubicBezTo>
                  <a:pt x="48242" y="18663"/>
                  <a:pt x="42325" y="15104"/>
                  <a:pt x="36312" y="15104"/>
                </a:cubicBezTo>
                <a:cubicBezTo>
                  <a:pt x="35887" y="15104"/>
                  <a:pt x="35462" y="15122"/>
                  <a:pt x="35037" y="15158"/>
                </a:cubicBezTo>
                <a:cubicBezTo>
                  <a:pt x="31433" y="15451"/>
                  <a:pt x="27701" y="16922"/>
                  <a:pt x="24207" y="16922"/>
                </a:cubicBezTo>
                <a:cubicBezTo>
                  <a:pt x="22810" y="16922"/>
                  <a:pt x="21452" y="16687"/>
                  <a:pt x="20155" y="16048"/>
                </a:cubicBezTo>
                <a:cubicBezTo>
                  <a:pt x="15019" y="13560"/>
                  <a:pt x="14334" y="6918"/>
                  <a:pt x="10249" y="3380"/>
                </a:cubicBezTo>
                <a:cubicBezTo>
                  <a:pt x="7610" y="1077"/>
                  <a:pt x="3942" y="0"/>
                  <a:pt x="232" y="0"/>
                </a:cubicBezTo>
                <a:close/>
              </a:path>
            </a:pathLst>
          </a:custGeom>
          <a:gradFill>
            <a:gsLst>
              <a:gs pos="0">
                <a:schemeClr val="dk2">
                  <a:alpha val="59730"/>
                </a:schemeClr>
              </a:gs>
              <a:gs pos="100000">
                <a:schemeClr val="lt2">
                  <a:alpha val="59730"/>
                </a:scheme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3"/>
          <p:cNvSpPr/>
          <p:nvPr/>
        </p:nvSpPr>
        <p:spPr>
          <a:xfrm rot="10800000">
            <a:off x="-6609" y="3988637"/>
            <a:ext cx="1403484" cy="1156340"/>
          </a:xfrm>
          <a:custGeom>
            <a:avLst/>
            <a:gdLst/>
            <a:ahLst/>
            <a:cxnLst/>
            <a:rect l="l" t="t" r="r" b="b"/>
            <a:pathLst>
              <a:path w="49258" h="40584" extrusionOk="0">
                <a:moveTo>
                  <a:pt x="49257" y="0"/>
                </a:moveTo>
                <a:lnTo>
                  <a:pt x="49257" y="40583"/>
                </a:lnTo>
                <a:cubicBezTo>
                  <a:pt x="44053" y="39351"/>
                  <a:pt x="39283" y="36452"/>
                  <a:pt x="36156" y="32092"/>
                </a:cubicBezTo>
                <a:cubicBezTo>
                  <a:pt x="33211" y="27984"/>
                  <a:pt x="31659" y="22802"/>
                  <a:pt x="27801" y="19538"/>
                </a:cubicBezTo>
                <a:cubicBezTo>
                  <a:pt x="24469" y="16754"/>
                  <a:pt x="19995" y="15864"/>
                  <a:pt x="15795" y="14836"/>
                </a:cubicBezTo>
                <a:cubicBezTo>
                  <a:pt x="8971" y="13193"/>
                  <a:pt x="0" y="7418"/>
                  <a:pt x="2169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/>
          <p:nvPr/>
        </p:nvSpPr>
        <p:spPr>
          <a:xfrm rot="5400000">
            <a:off x="7989795" y="704091"/>
            <a:ext cx="1859017" cy="452857"/>
          </a:xfrm>
          <a:custGeom>
            <a:avLst/>
            <a:gdLst/>
            <a:ahLst/>
            <a:cxnLst/>
            <a:rect l="l" t="t" r="r" b="b"/>
            <a:pathLst>
              <a:path w="86486" h="21068" extrusionOk="0">
                <a:moveTo>
                  <a:pt x="0" y="0"/>
                </a:moveTo>
                <a:cubicBezTo>
                  <a:pt x="1598" y="6163"/>
                  <a:pt x="6414" y="11047"/>
                  <a:pt x="14722" y="11162"/>
                </a:cubicBezTo>
                <a:cubicBezTo>
                  <a:pt x="14818" y="11162"/>
                  <a:pt x="14914" y="11163"/>
                  <a:pt x="15009" y="11163"/>
                </a:cubicBezTo>
                <a:cubicBezTo>
                  <a:pt x="20111" y="11163"/>
                  <a:pt x="24904" y="9922"/>
                  <a:pt x="29827" y="9922"/>
                </a:cubicBezTo>
                <a:cubicBezTo>
                  <a:pt x="31932" y="9922"/>
                  <a:pt x="34060" y="10149"/>
                  <a:pt x="36247" y="10796"/>
                </a:cubicBezTo>
                <a:cubicBezTo>
                  <a:pt x="42889" y="12759"/>
                  <a:pt x="48412" y="17393"/>
                  <a:pt x="54941" y="19630"/>
                </a:cubicBezTo>
                <a:cubicBezTo>
                  <a:pt x="57731" y="20580"/>
                  <a:pt x="60696" y="21068"/>
                  <a:pt x="63651" y="21068"/>
                </a:cubicBezTo>
                <a:cubicBezTo>
                  <a:pt x="68430" y="21068"/>
                  <a:pt x="73186" y="19793"/>
                  <a:pt x="77150" y="17142"/>
                </a:cubicBezTo>
                <a:cubicBezTo>
                  <a:pt x="82765" y="13376"/>
                  <a:pt x="86485" y="6733"/>
                  <a:pt x="86462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4"/>
          <p:cNvSpPr/>
          <p:nvPr/>
        </p:nvSpPr>
        <p:spPr>
          <a:xfrm>
            <a:off x="-6609" y="4325728"/>
            <a:ext cx="1587822" cy="819271"/>
          </a:xfrm>
          <a:custGeom>
            <a:avLst/>
            <a:gdLst/>
            <a:ahLst/>
            <a:cxnLst/>
            <a:rect l="l" t="t" r="r" b="b"/>
            <a:pathLst>
              <a:path w="52111" h="26890" extrusionOk="0">
                <a:moveTo>
                  <a:pt x="232" y="0"/>
                </a:moveTo>
                <a:cubicBezTo>
                  <a:pt x="154" y="0"/>
                  <a:pt x="77" y="1"/>
                  <a:pt x="0" y="2"/>
                </a:cubicBezTo>
                <a:lnTo>
                  <a:pt x="0" y="26890"/>
                </a:lnTo>
                <a:lnTo>
                  <a:pt x="52110" y="26890"/>
                </a:lnTo>
                <a:cubicBezTo>
                  <a:pt x="51836" y="25886"/>
                  <a:pt x="51448" y="24927"/>
                  <a:pt x="50992" y="24014"/>
                </a:cubicBezTo>
                <a:cubicBezTo>
                  <a:pt x="48242" y="18663"/>
                  <a:pt x="42325" y="15104"/>
                  <a:pt x="36312" y="15104"/>
                </a:cubicBezTo>
                <a:cubicBezTo>
                  <a:pt x="35887" y="15104"/>
                  <a:pt x="35462" y="15122"/>
                  <a:pt x="35037" y="15158"/>
                </a:cubicBezTo>
                <a:cubicBezTo>
                  <a:pt x="31433" y="15451"/>
                  <a:pt x="27701" y="16922"/>
                  <a:pt x="24207" y="16922"/>
                </a:cubicBezTo>
                <a:cubicBezTo>
                  <a:pt x="22810" y="16922"/>
                  <a:pt x="21452" y="16687"/>
                  <a:pt x="20155" y="16048"/>
                </a:cubicBezTo>
                <a:cubicBezTo>
                  <a:pt x="15019" y="13560"/>
                  <a:pt x="14334" y="6918"/>
                  <a:pt x="10249" y="3380"/>
                </a:cubicBezTo>
                <a:cubicBezTo>
                  <a:pt x="7610" y="1077"/>
                  <a:pt x="3942" y="0"/>
                  <a:pt x="232" y="0"/>
                </a:cubicBezTo>
                <a:close/>
              </a:path>
            </a:pathLst>
          </a:custGeom>
          <a:gradFill>
            <a:gsLst>
              <a:gs pos="0">
                <a:schemeClr val="dk2">
                  <a:alpha val="59730"/>
                </a:schemeClr>
              </a:gs>
              <a:gs pos="100000">
                <a:schemeClr val="lt2">
                  <a:alpha val="59730"/>
                </a:scheme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4"/>
          <p:cNvSpPr/>
          <p:nvPr/>
        </p:nvSpPr>
        <p:spPr>
          <a:xfrm rot="-5400000">
            <a:off x="-100734" y="85837"/>
            <a:ext cx="1069145" cy="880876"/>
          </a:xfrm>
          <a:custGeom>
            <a:avLst/>
            <a:gdLst/>
            <a:ahLst/>
            <a:cxnLst/>
            <a:rect l="l" t="t" r="r" b="b"/>
            <a:pathLst>
              <a:path w="49258" h="40584" extrusionOk="0">
                <a:moveTo>
                  <a:pt x="49257" y="0"/>
                </a:moveTo>
                <a:lnTo>
                  <a:pt x="49257" y="40583"/>
                </a:lnTo>
                <a:cubicBezTo>
                  <a:pt x="44053" y="39351"/>
                  <a:pt x="39283" y="36452"/>
                  <a:pt x="36156" y="32092"/>
                </a:cubicBezTo>
                <a:cubicBezTo>
                  <a:pt x="33211" y="27984"/>
                  <a:pt x="31659" y="22802"/>
                  <a:pt x="27801" y="19538"/>
                </a:cubicBezTo>
                <a:cubicBezTo>
                  <a:pt x="24469" y="16754"/>
                  <a:pt x="19995" y="15864"/>
                  <a:pt x="15795" y="14836"/>
                </a:cubicBezTo>
                <a:cubicBezTo>
                  <a:pt x="8971" y="13193"/>
                  <a:pt x="0" y="7418"/>
                  <a:pt x="2169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subTitle" idx="1"/>
          </p:nvPr>
        </p:nvSpPr>
        <p:spPr>
          <a:xfrm>
            <a:off x="713219" y="1735625"/>
            <a:ext cx="3484500" cy="120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subTitle" idx="2"/>
          </p:nvPr>
        </p:nvSpPr>
        <p:spPr>
          <a:xfrm>
            <a:off x="4937239" y="1735625"/>
            <a:ext cx="3484500" cy="120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ubTitle" idx="3"/>
          </p:nvPr>
        </p:nvSpPr>
        <p:spPr>
          <a:xfrm>
            <a:off x="713219" y="3396200"/>
            <a:ext cx="3484500" cy="120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subTitle" idx="4"/>
          </p:nvPr>
        </p:nvSpPr>
        <p:spPr>
          <a:xfrm>
            <a:off x="4937239" y="3396200"/>
            <a:ext cx="3484500" cy="120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9"/>
          <p:cNvSpPr txBox="1">
            <a:spLocks noGrp="1"/>
          </p:cNvSpPr>
          <p:nvPr>
            <p:ph type="subTitle" idx="5"/>
          </p:nvPr>
        </p:nvSpPr>
        <p:spPr>
          <a:xfrm>
            <a:off x="713220" y="1265260"/>
            <a:ext cx="3484500" cy="46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6" name="Google Shape;116;p19"/>
          <p:cNvSpPr txBox="1">
            <a:spLocks noGrp="1"/>
          </p:cNvSpPr>
          <p:nvPr>
            <p:ph type="subTitle" idx="6"/>
          </p:nvPr>
        </p:nvSpPr>
        <p:spPr>
          <a:xfrm>
            <a:off x="713220" y="2925960"/>
            <a:ext cx="3484500" cy="46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7" name="Google Shape;117;p19"/>
          <p:cNvSpPr txBox="1">
            <a:spLocks noGrp="1"/>
          </p:cNvSpPr>
          <p:nvPr>
            <p:ph type="subTitle" idx="7"/>
          </p:nvPr>
        </p:nvSpPr>
        <p:spPr>
          <a:xfrm>
            <a:off x="4937209" y="1265260"/>
            <a:ext cx="3484500" cy="46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8" name="Google Shape;118;p19"/>
          <p:cNvSpPr txBox="1">
            <a:spLocks noGrp="1"/>
          </p:cNvSpPr>
          <p:nvPr>
            <p:ph type="subTitle" idx="8"/>
          </p:nvPr>
        </p:nvSpPr>
        <p:spPr>
          <a:xfrm>
            <a:off x="4937209" y="2925960"/>
            <a:ext cx="3484500" cy="46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9" name="Google Shape;119;p19"/>
          <p:cNvSpPr/>
          <p:nvPr/>
        </p:nvSpPr>
        <p:spPr>
          <a:xfrm flipH="1">
            <a:off x="7278258" y="54"/>
            <a:ext cx="1859017" cy="452857"/>
          </a:xfrm>
          <a:custGeom>
            <a:avLst/>
            <a:gdLst/>
            <a:ahLst/>
            <a:cxnLst/>
            <a:rect l="l" t="t" r="r" b="b"/>
            <a:pathLst>
              <a:path w="86486" h="21068" extrusionOk="0">
                <a:moveTo>
                  <a:pt x="0" y="0"/>
                </a:moveTo>
                <a:cubicBezTo>
                  <a:pt x="1598" y="6163"/>
                  <a:pt x="6414" y="11047"/>
                  <a:pt x="14722" y="11162"/>
                </a:cubicBezTo>
                <a:cubicBezTo>
                  <a:pt x="14818" y="11162"/>
                  <a:pt x="14914" y="11163"/>
                  <a:pt x="15009" y="11163"/>
                </a:cubicBezTo>
                <a:cubicBezTo>
                  <a:pt x="20111" y="11163"/>
                  <a:pt x="24904" y="9922"/>
                  <a:pt x="29827" y="9922"/>
                </a:cubicBezTo>
                <a:cubicBezTo>
                  <a:pt x="31932" y="9922"/>
                  <a:pt x="34060" y="10149"/>
                  <a:pt x="36247" y="10796"/>
                </a:cubicBezTo>
                <a:cubicBezTo>
                  <a:pt x="42889" y="12759"/>
                  <a:pt x="48412" y="17393"/>
                  <a:pt x="54941" y="19630"/>
                </a:cubicBezTo>
                <a:cubicBezTo>
                  <a:pt x="57731" y="20580"/>
                  <a:pt x="60696" y="21068"/>
                  <a:pt x="63651" y="21068"/>
                </a:cubicBezTo>
                <a:cubicBezTo>
                  <a:pt x="68430" y="21068"/>
                  <a:pt x="73186" y="19793"/>
                  <a:pt x="77150" y="17142"/>
                </a:cubicBezTo>
                <a:cubicBezTo>
                  <a:pt x="82765" y="13376"/>
                  <a:pt x="86485" y="6733"/>
                  <a:pt x="86462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9"/>
          <p:cNvSpPr/>
          <p:nvPr/>
        </p:nvSpPr>
        <p:spPr>
          <a:xfrm flipH="1">
            <a:off x="7556103" y="4325728"/>
            <a:ext cx="1587822" cy="819271"/>
          </a:xfrm>
          <a:custGeom>
            <a:avLst/>
            <a:gdLst/>
            <a:ahLst/>
            <a:cxnLst/>
            <a:rect l="l" t="t" r="r" b="b"/>
            <a:pathLst>
              <a:path w="52111" h="26890" extrusionOk="0">
                <a:moveTo>
                  <a:pt x="232" y="0"/>
                </a:moveTo>
                <a:cubicBezTo>
                  <a:pt x="154" y="0"/>
                  <a:pt x="77" y="1"/>
                  <a:pt x="0" y="2"/>
                </a:cubicBezTo>
                <a:lnTo>
                  <a:pt x="0" y="26890"/>
                </a:lnTo>
                <a:lnTo>
                  <a:pt x="52110" y="26890"/>
                </a:lnTo>
                <a:cubicBezTo>
                  <a:pt x="51836" y="25886"/>
                  <a:pt x="51448" y="24927"/>
                  <a:pt x="50992" y="24014"/>
                </a:cubicBezTo>
                <a:cubicBezTo>
                  <a:pt x="48242" y="18663"/>
                  <a:pt x="42325" y="15104"/>
                  <a:pt x="36312" y="15104"/>
                </a:cubicBezTo>
                <a:cubicBezTo>
                  <a:pt x="35887" y="15104"/>
                  <a:pt x="35462" y="15122"/>
                  <a:pt x="35037" y="15158"/>
                </a:cubicBezTo>
                <a:cubicBezTo>
                  <a:pt x="31433" y="15451"/>
                  <a:pt x="27701" y="16922"/>
                  <a:pt x="24207" y="16922"/>
                </a:cubicBezTo>
                <a:cubicBezTo>
                  <a:pt x="22810" y="16922"/>
                  <a:pt x="21452" y="16687"/>
                  <a:pt x="20155" y="16048"/>
                </a:cubicBezTo>
                <a:cubicBezTo>
                  <a:pt x="15019" y="13560"/>
                  <a:pt x="14334" y="6918"/>
                  <a:pt x="10249" y="3380"/>
                </a:cubicBezTo>
                <a:cubicBezTo>
                  <a:pt x="7610" y="1077"/>
                  <a:pt x="3942" y="0"/>
                  <a:pt x="232" y="0"/>
                </a:cubicBezTo>
                <a:close/>
              </a:path>
            </a:pathLst>
          </a:custGeom>
          <a:gradFill>
            <a:gsLst>
              <a:gs pos="0">
                <a:schemeClr val="dk2">
                  <a:alpha val="59730"/>
                </a:schemeClr>
              </a:gs>
              <a:gs pos="100000">
                <a:schemeClr val="lt2">
                  <a:alpha val="59730"/>
                </a:scheme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9"/>
          <p:cNvSpPr/>
          <p:nvPr/>
        </p:nvSpPr>
        <p:spPr>
          <a:xfrm flipH="1">
            <a:off x="-6609" y="76"/>
            <a:ext cx="1403484" cy="1156340"/>
          </a:xfrm>
          <a:custGeom>
            <a:avLst/>
            <a:gdLst/>
            <a:ahLst/>
            <a:cxnLst/>
            <a:rect l="l" t="t" r="r" b="b"/>
            <a:pathLst>
              <a:path w="49258" h="40584" extrusionOk="0">
                <a:moveTo>
                  <a:pt x="49257" y="0"/>
                </a:moveTo>
                <a:lnTo>
                  <a:pt x="49257" y="40583"/>
                </a:lnTo>
                <a:cubicBezTo>
                  <a:pt x="44053" y="39351"/>
                  <a:pt x="39283" y="36452"/>
                  <a:pt x="36156" y="32092"/>
                </a:cubicBezTo>
                <a:cubicBezTo>
                  <a:pt x="33211" y="27984"/>
                  <a:pt x="31659" y="22802"/>
                  <a:pt x="27801" y="19538"/>
                </a:cubicBezTo>
                <a:cubicBezTo>
                  <a:pt x="24469" y="16754"/>
                  <a:pt x="19995" y="15864"/>
                  <a:pt x="15795" y="14836"/>
                </a:cubicBezTo>
                <a:cubicBezTo>
                  <a:pt x="8971" y="13193"/>
                  <a:pt x="0" y="7418"/>
                  <a:pt x="2169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>
            <a:spLocks noGrp="1"/>
          </p:cNvSpPr>
          <p:nvPr>
            <p:ph type="title"/>
          </p:nvPr>
        </p:nvSpPr>
        <p:spPr>
          <a:xfrm>
            <a:off x="2347950" y="5400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7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2"/>
          <p:cNvSpPr txBox="1">
            <a:spLocks noGrp="1"/>
          </p:cNvSpPr>
          <p:nvPr>
            <p:ph type="subTitle" idx="1"/>
          </p:nvPr>
        </p:nvSpPr>
        <p:spPr>
          <a:xfrm>
            <a:off x="2347950" y="18414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2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CREDITS: 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This presentation template was created by </a:t>
            </a:r>
            <a:r>
              <a:rPr lang="en" sz="1000" u="sng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and includes icons by </a:t>
            </a:r>
            <a:r>
              <a:rPr lang="en" sz="1000" u="sng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and infographics &amp; images by </a:t>
            </a:r>
            <a:r>
              <a:rPr lang="en" sz="1000" u="sng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sz="1000" u="sng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0" name="Google Shape;150;p22"/>
          <p:cNvSpPr/>
          <p:nvPr/>
        </p:nvSpPr>
        <p:spPr>
          <a:xfrm>
            <a:off x="41" y="54"/>
            <a:ext cx="1859017" cy="452857"/>
          </a:xfrm>
          <a:custGeom>
            <a:avLst/>
            <a:gdLst/>
            <a:ahLst/>
            <a:cxnLst/>
            <a:rect l="l" t="t" r="r" b="b"/>
            <a:pathLst>
              <a:path w="86486" h="21068" extrusionOk="0">
                <a:moveTo>
                  <a:pt x="0" y="0"/>
                </a:moveTo>
                <a:cubicBezTo>
                  <a:pt x="1598" y="6163"/>
                  <a:pt x="6414" y="11047"/>
                  <a:pt x="14722" y="11162"/>
                </a:cubicBezTo>
                <a:cubicBezTo>
                  <a:pt x="14818" y="11162"/>
                  <a:pt x="14914" y="11163"/>
                  <a:pt x="15009" y="11163"/>
                </a:cubicBezTo>
                <a:cubicBezTo>
                  <a:pt x="20111" y="11163"/>
                  <a:pt x="24904" y="9922"/>
                  <a:pt x="29827" y="9922"/>
                </a:cubicBezTo>
                <a:cubicBezTo>
                  <a:pt x="31932" y="9922"/>
                  <a:pt x="34060" y="10149"/>
                  <a:pt x="36247" y="10796"/>
                </a:cubicBezTo>
                <a:cubicBezTo>
                  <a:pt x="42889" y="12759"/>
                  <a:pt x="48412" y="17393"/>
                  <a:pt x="54941" y="19630"/>
                </a:cubicBezTo>
                <a:cubicBezTo>
                  <a:pt x="57731" y="20580"/>
                  <a:pt x="60696" y="21068"/>
                  <a:pt x="63651" y="21068"/>
                </a:cubicBezTo>
                <a:cubicBezTo>
                  <a:pt x="68430" y="21068"/>
                  <a:pt x="73186" y="19793"/>
                  <a:pt x="77150" y="17142"/>
                </a:cubicBezTo>
                <a:cubicBezTo>
                  <a:pt x="82765" y="13376"/>
                  <a:pt x="86485" y="6733"/>
                  <a:pt x="86462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2"/>
          <p:cNvSpPr/>
          <p:nvPr/>
        </p:nvSpPr>
        <p:spPr>
          <a:xfrm>
            <a:off x="-6609" y="4325728"/>
            <a:ext cx="1587822" cy="819271"/>
          </a:xfrm>
          <a:custGeom>
            <a:avLst/>
            <a:gdLst/>
            <a:ahLst/>
            <a:cxnLst/>
            <a:rect l="l" t="t" r="r" b="b"/>
            <a:pathLst>
              <a:path w="52111" h="26890" extrusionOk="0">
                <a:moveTo>
                  <a:pt x="232" y="0"/>
                </a:moveTo>
                <a:cubicBezTo>
                  <a:pt x="154" y="0"/>
                  <a:pt x="77" y="1"/>
                  <a:pt x="0" y="2"/>
                </a:cubicBezTo>
                <a:lnTo>
                  <a:pt x="0" y="26890"/>
                </a:lnTo>
                <a:lnTo>
                  <a:pt x="52110" y="26890"/>
                </a:lnTo>
                <a:cubicBezTo>
                  <a:pt x="51836" y="25886"/>
                  <a:pt x="51448" y="24927"/>
                  <a:pt x="50992" y="24014"/>
                </a:cubicBezTo>
                <a:cubicBezTo>
                  <a:pt x="48242" y="18663"/>
                  <a:pt x="42325" y="15104"/>
                  <a:pt x="36312" y="15104"/>
                </a:cubicBezTo>
                <a:cubicBezTo>
                  <a:pt x="35887" y="15104"/>
                  <a:pt x="35462" y="15122"/>
                  <a:pt x="35037" y="15158"/>
                </a:cubicBezTo>
                <a:cubicBezTo>
                  <a:pt x="31433" y="15451"/>
                  <a:pt x="27701" y="16922"/>
                  <a:pt x="24207" y="16922"/>
                </a:cubicBezTo>
                <a:cubicBezTo>
                  <a:pt x="22810" y="16922"/>
                  <a:pt x="21452" y="16687"/>
                  <a:pt x="20155" y="16048"/>
                </a:cubicBezTo>
                <a:cubicBezTo>
                  <a:pt x="15019" y="13560"/>
                  <a:pt x="14334" y="6918"/>
                  <a:pt x="10249" y="3380"/>
                </a:cubicBezTo>
                <a:cubicBezTo>
                  <a:pt x="7610" y="1077"/>
                  <a:pt x="3942" y="0"/>
                  <a:pt x="232" y="0"/>
                </a:cubicBezTo>
                <a:close/>
              </a:path>
            </a:pathLst>
          </a:custGeom>
          <a:gradFill>
            <a:gsLst>
              <a:gs pos="0">
                <a:schemeClr val="dk2">
                  <a:alpha val="59730"/>
                </a:schemeClr>
              </a:gs>
              <a:gs pos="100000">
                <a:schemeClr val="lt2">
                  <a:alpha val="59730"/>
                </a:scheme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2"/>
          <p:cNvSpPr/>
          <p:nvPr/>
        </p:nvSpPr>
        <p:spPr>
          <a:xfrm>
            <a:off x="7740441" y="76"/>
            <a:ext cx="1403484" cy="1156340"/>
          </a:xfrm>
          <a:custGeom>
            <a:avLst/>
            <a:gdLst/>
            <a:ahLst/>
            <a:cxnLst/>
            <a:rect l="l" t="t" r="r" b="b"/>
            <a:pathLst>
              <a:path w="49258" h="40584" extrusionOk="0">
                <a:moveTo>
                  <a:pt x="49257" y="0"/>
                </a:moveTo>
                <a:lnTo>
                  <a:pt x="49257" y="40583"/>
                </a:lnTo>
                <a:cubicBezTo>
                  <a:pt x="44053" y="39351"/>
                  <a:pt x="39283" y="36452"/>
                  <a:pt x="36156" y="32092"/>
                </a:cubicBezTo>
                <a:cubicBezTo>
                  <a:pt x="33211" y="27984"/>
                  <a:pt x="31659" y="22802"/>
                  <a:pt x="27801" y="19538"/>
                </a:cubicBezTo>
                <a:cubicBezTo>
                  <a:pt x="24469" y="16754"/>
                  <a:pt x="19995" y="15864"/>
                  <a:pt x="15795" y="14836"/>
                </a:cubicBezTo>
                <a:cubicBezTo>
                  <a:pt x="8971" y="13193"/>
                  <a:pt x="0" y="7418"/>
                  <a:pt x="2169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/>
          <p:nvPr/>
        </p:nvSpPr>
        <p:spPr>
          <a:xfrm rot="5400000">
            <a:off x="7988069" y="703090"/>
            <a:ext cx="1859017" cy="452857"/>
          </a:xfrm>
          <a:custGeom>
            <a:avLst/>
            <a:gdLst/>
            <a:ahLst/>
            <a:cxnLst/>
            <a:rect l="l" t="t" r="r" b="b"/>
            <a:pathLst>
              <a:path w="86486" h="21068" extrusionOk="0">
                <a:moveTo>
                  <a:pt x="0" y="0"/>
                </a:moveTo>
                <a:cubicBezTo>
                  <a:pt x="1598" y="6163"/>
                  <a:pt x="6414" y="11047"/>
                  <a:pt x="14722" y="11162"/>
                </a:cubicBezTo>
                <a:cubicBezTo>
                  <a:pt x="14818" y="11162"/>
                  <a:pt x="14914" y="11163"/>
                  <a:pt x="15009" y="11163"/>
                </a:cubicBezTo>
                <a:cubicBezTo>
                  <a:pt x="20111" y="11163"/>
                  <a:pt x="24904" y="9922"/>
                  <a:pt x="29827" y="9922"/>
                </a:cubicBezTo>
                <a:cubicBezTo>
                  <a:pt x="31932" y="9922"/>
                  <a:pt x="34060" y="10149"/>
                  <a:pt x="36247" y="10796"/>
                </a:cubicBezTo>
                <a:cubicBezTo>
                  <a:pt x="42889" y="12759"/>
                  <a:pt x="48412" y="17393"/>
                  <a:pt x="54941" y="19630"/>
                </a:cubicBezTo>
                <a:cubicBezTo>
                  <a:pt x="57731" y="20580"/>
                  <a:pt x="60696" y="21068"/>
                  <a:pt x="63651" y="21068"/>
                </a:cubicBezTo>
                <a:cubicBezTo>
                  <a:pt x="68430" y="21068"/>
                  <a:pt x="73186" y="19793"/>
                  <a:pt x="77150" y="17142"/>
                </a:cubicBezTo>
                <a:cubicBezTo>
                  <a:pt x="82765" y="13376"/>
                  <a:pt x="86485" y="6733"/>
                  <a:pt x="86462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3"/>
          <p:cNvSpPr/>
          <p:nvPr/>
        </p:nvSpPr>
        <p:spPr>
          <a:xfrm rot="5400000">
            <a:off x="-384265" y="384285"/>
            <a:ext cx="1587822" cy="819271"/>
          </a:xfrm>
          <a:custGeom>
            <a:avLst/>
            <a:gdLst/>
            <a:ahLst/>
            <a:cxnLst/>
            <a:rect l="l" t="t" r="r" b="b"/>
            <a:pathLst>
              <a:path w="52111" h="26890" extrusionOk="0">
                <a:moveTo>
                  <a:pt x="232" y="0"/>
                </a:moveTo>
                <a:cubicBezTo>
                  <a:pt x="154" y="0"/>
                  <a:pt x="77" y="1"/>
                  <a:pt x="0" y="2"/>
                </a:cubicBezTo>
                <a:lnTo>
                  <a:pt x="0" y="26890"/>
                </a:lnTo>
                <a:lnTo>
                  <a:pt x="52110" y="26890"/>
                </a:lnTo>
                <a:cubicBezTo>
                  <a:pt x="51836" y="25886"/>
                  <a:pt x="51448" y="24927"/>
                  <a:pt x="50992" y="24014"/>
                </a:cubicBezTo>
                <a:cubicBezTo>
                  <a:pt x="48242" y="18663"/>
                  <a:pt x="42325" y="15104"/>
                  <a:pt x="36312" y="15104"/>
                </a:cubicBezTo>
                <a:cubicBezTo>
                  <a:pt x="35887" y="15104"/>
                  <a:pt x="35462" y="15122"/>
                  <a:pt x="35037" y="15158"/>
                </a:cubicBezTo>
                <a:cubicBezTo>
                  <a:pt x="31433" y="15451"/>
                  <a:pt x="27701" y="16922"/>
                  <a:pt x="24207" y="16922"/>
                </a:cubicBezTo>
                <a:cubicBezTo>
                  <a:pt x="22810" y="16922"/>
                  <a:pt x="21452" y="16687"/>
                  <a:pt x="20155" y="16048"/>
                </a:cubicBezTo>
                <a:cubicBezTo>
                  <a:pt x="15019" y="13560"/>
                  <a:pt x="14334" y="6918"/>
                  <a:pt x="10249" y="3380"/>
                </a:cubicBezTo>
                <a:cubicBezTo>
                  <a:pt x="7610" y="1077"/>
                  <a:pt x="3942" y="0"/>
                  <a:pt x="232" y="0"/>
                </a:cubicBezTo>
                <a:close/>
              </a:path>
            </a:pathLst>
          </a:custGeom>
          <a:gradFill>
            <a:gsLst>
              <a:gs pos="0">
                <a:schemeClr val="dk2">
                  <a:alpha val="59730"/>
                </a:schemeClr>
              </a:gs>
              <a:gs pos="100000">
                <a:schemeClr val="lt2">
                  <a:alpha val="59730"/>
                </a:scheme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23"/>
          <p:cNvSpPr/>
          <p:nvPr/>
        </p:nvSpPr>
        <p:spPr>
          <a:xfrm rot="10800000">
            <a:off x="11484" y="3987157"/>
            <a:ext cx="1403484" cy="1156340"/>
          </a:xfrm>
          <a:custGeom>
            <a:avLst/>
            <a:gdLst/>
            <a:ahLst/>
            <a:cxnLst/>
            <a:rect l="l" t="t" r="r" b="b"/>
            <a:pathLst>
              <a:path w="49258" h="40584" extrusionOk="0">
                <a:moveTo>
                  <a:pt x="49257" y="0"/>
                </a:moveTo>
                <a:lnTo>
                  <a:pt x="49257" y="40583"/>
                </a:lnTo>
                <a:cubicBezTo>
                  <a:pt x="44053" y="39351"/>
                  <a:pt x="39283" y="36452"/>
                  <a:pt x="36156" y="32092"/>
                </a:cubicBezTo>
                <a:cubicBezTo>
                  <a:pt x="33211" y="27984"/>
                  <a:pt x="31659" y="22802"/>
                  <a:pt x="27801" y="19538"/>
                </a:cubicBezTo>
                <a:cubicBezTo>
                  <a:pt x="24469" y="16754"/>
                  <a:pt x="19995" y="15864"/>
                  <a:pt x="15795" y="14836"/>
                </a:cubicBezTo>
                <a:cubicBezTo>
                  <a:pt x="8971" y="13193"/>
                  <a:pt x="0" y="7418"/>
                  <a:pt x="2169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/>
          <p:nvPr/>
        </p:nvSpPr>
        <p:spPr>
          <a:xfrm rot="-5400000" flipH="1">
            <a:off x="-703070" y="3987565"/>
            <a:ext cx="1859017" cy="452857"/>
          </a:xfrm>
          <a:custGeom>
            <a:avLst/>
            <a:gdLst/>
            <a:ahLst/>
            <a:cxnLst/>
            <a:rect l="l" t="t" r="r" b="b"/>
            <a:pathLst>
              <a:path w="86486" h="21068" extrusionOk="0">
                <a:moveTo>
                  <a:pt x="0" y="0"/>
                </a:moveTo>
                <a:cubicBezTo>
                  <a:pt x="1598" y="6163"/>
                  <a:pt x="6414" y="11047"/>
                  <a:pt x="14722" y="11162"/>
                </a:cubicBezTo>
                <a:cubicBezTo>
                  <a:pt x="14818" y="11162"/>
                  <a:pt x="14914" y="11163"/>
                  <a:pt x="15009" y="11163"/>
                </a:cubicBezTo>
                <a:cubicBezTo>
                  <a:pt x="20111" y="11163"/>
                  <a:pt x="24904" y="9922"/>
                  <a:pt x="29827" y="9922"/>
                </a:cubicBezTo>
                <a:cubicBezTo>
                  <a:pt x="31932" y="9922"/>
                  <a:pt x="34060" y="10149"/>
                  <a:pt x="36247" y="10796"/>
                </a:cubicBezTo>
                <a:cubicBezTo>
                  <a:pt x="42889" y="12759"/>
                  <a:pt x="48412" y="17393"/>
                  <a:pt x="54941" y="19630"/>
                </a:cubicBezTo>
                <a:cubicBezTo>
                  <a:pt x="57731" y="20580"/>
                  <a:pt x="60696" y="21068"/>
                  <a:pt x="63651" y="21068"/>
                </a:cubicBezTo>
                <a:cubicBezTo>
                  <a:pt x="68430" y="21068"/>
                  <a:pt x="73186" y="19793"/>
                  <a:pt x="77150" y="17142"/>
                </a:cubicBezTo>
                <a:cubicBezTo>
                  <a:pt x="82765" y="13376"/>
                  <a:pt x="86485" y="6733"/>
                  <a:pt x="86462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4"/>
          <p:cNvSpPr/>
          <p:nvPr/>
        </p:nvSpPr>
        <p:spPr>
          <a:xfrm rot="10800000" flipH="1">
            <a:off x="7729048" y="3987157"/>
            <a:ext cx="1403484" cy="1156340"/>
          </a:xfrm>
          <a:custGeom>
            <a:avLst/>
            <a:gdLst/>
            <a:ahLst/>
            <a:cxnLst/>
            <a:rect l="l" t="t" r="r" b="b"/>
            <a:pathLst>
              <a:path w="49258" h="40584" extrusionOk="0">
                <a:moveTo>
                  <a:pt x="49257" y="0"/>
                </a:moveTo>
                <a:lnTo>
                  <a:pt x="49257" y="40583"/>
                </a:lnTo>
                <a:cubicBezTo>
                  <a:pt x="44053" y="39351"/>
                  <a:pt x="39283" y="36452"/>
                  <a:pt x="36156" y="32092"/>
                </a:cubicBezTo>
                <a:cubicBezTo>
                  <a:pt x="33211" y="27984"/>
                  <a:pt x="31659" y="22802"/>
                  <a:pt x="27801" y="19538"/>
                </a:cubicBezTo>
                <a:cubicBezTo>
                  <a:pt x="24469" y="16754"/>
                  <a:pt x="19995" y="15864"/>
                  <a:pt x="15795" y="14836"/>
                </a:cubicBezTo>
                <a:cubicBezTo>
                  <a:pt x="8971" y="13193"/>
                  <a:pt x="0" y="7418"/>
                  <a:pt x="2169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4"/>
          <p:cNvSpPr/>
          <p:nvPr/>
        </p:nvSpPr>
        <p:spPr>
          <a:xfrm rot="5400000" flipH="1">
            <a:off x="7988055" y="703090"/>
            <a:ext cx="1859017" cy="452857"/>
          </a:xfrm>
          <a:custGeom>
            <a:avLst/>
            <a:gdLst/>
            <a:ahLst/>
            <a:cxnLst/>
            <a:rect l="l" t="t" r="r" b="b"/>
            <a:pathLst>
              <a:path w="86486" h="21068" extrusionOk="0">
                <a:moveTo>
                  <a:pt x="0" y="0"/>
                </a:moveTo>
                <a:cubicBezTo>
                  <a:pt x="1598" y="6163"/>
                  <a:pt x="6414" y="11047"/>
                  <a:pt x="14722" y="11162"/>
                </a:cubicBezTo>
                <a:cubicBezTo>
                  <a:pt x="14818" y="11162"/>
                  <a:pt x="14914" y="11163"/>
                  <a:pt x="15009" y="11163"/>
                </a:cubicBezTo>
                <a:cubicBezTo>
                  <a:pt x="20111" y="11163"/>
                  <a:pt x="24904" y="9922"/>
                  <a:pt x="29827" y="9922"/>
                </a:cubicBezTo>
                <a:cubicBezTo>
                  <a:pt x="31932" y="9922"/>
                  <a:pt x="34060" y="10149"/>
                  <a:pt x="36247" y="10796"/>
                </a:cubicBezTo>
                <a:cubicBezTo>
                  <a:pt x="42889" y="12759"/>
                  <a:pt x="48412" y="17393"/>
                  <a:pt x="54941" y="19630"/>
                </a:cubicBezTo>
                <a:cubicBezTo>
                  <a:pt x="57731" y="20580"/>
                  <a:pt x="60696" y="21068"/>
                  <a:pt x="63651" y="21068"/>
                </a:cubicBezTo>
                <a:cubicBezTo>
                  <a:pt x="68430" y="21068"/>
                  <a:pt x="73186" y="19793"/>
                  <a:pt x="77150" y="17142"/>
                </a:cubicBezTo>
                <a:cubicBezTo>
                  <a:pt x="82765" y="13376"/>
                  <a:pt x="86485" y="6733"/>
                  <a:pt x="86462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ontserrat"/>
              <a:buNone/>
              <a:defRPr sz="30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chivo Black"/>
              <a:buNone/>
              <a:defRPr sz="3000">
                <a:solidFill>
                  <a:schemeClr val="dk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chivo Black"/>
              <a:buNone/>
              <a:defRPr sz="3000">
                <a:solidFill>
                  <a:schemeClr val="dk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chivo Black"/>
              <a:buNone/>
              <a:defRPr sz="3000">
                <a:solidFill>
                  <a:schemeClr val="dk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chivo Black"/>
              <a:buNone/>
              <a:defRPr sz="3000">
                <a:solidFill>
                  <a:schemeClr val="dk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chivo Black"/>
              <a:buNone/>
              <a:defRPr sz="3000">
                <a:solidFill>
                  <a:schemeClr val="dk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chivo Black"/>
              <a:buNone/>
              <a:defRPr sz="3000">
                <a:solidFill>
                  <a:schemeClr val="dk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chivo Black"/>
              <a:buNone/>
              <a:defRPr sz="3000">
                <a:solidFill>
                  <a:schemeClr val="dk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chivo Black"/>
              <a:buNone/>
              <a:defRPr sz="3000">
                <a:solidFill>
                  <a:schemeClr val="dk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●"/>
              <a:defRPr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○"/>
              <a:defRPr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■"/>
              <a:defRPr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●"/>
              <a:defRPr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○"/>
              <a:defRPr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■"/>
              <a:defRPr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●"/>
              <a:defRPr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○"/>
              <a:defRPr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■"/>
              <a:defRPr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4" r:id="rId3"/>
    <p:sldLayoutId id="2147483655" r:id="rId4"/>
    <p:sldLayoutId id="2147483656" r:id="rId5"/>
    <p:sldLayoutId id="2147483658" r:id="rId6"/>
    <p:sldLayoutId id="2147483659" r:id="rId7"/>
    <p:sldLayoutId id="2147483660" r:id="rId8"/>
    <p:sldLayoutId id="2147483665" r:id="rId9"/>
    <p:sldLayoutId id="2147483668" r:id="rId10"/>
    <p:sldLayoutId id="2147483669" r:id="rId11"/>
    <p:sldLayoutId id="214748367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Relationship Id="rId9" Type="http://schemas.microsoft.com/office/2007/relationships/hdphoto" Target="../media/hdphoto4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11" Type="http://schemas.openxmlformats.org/officeDocument/2006/relationships/image" Target="../media/image12.jpeg"/><Relationship Id="rId5" Type="http://schemas.microsoft.com/office/2007/relationships/hdphoto" Target="../media/hdphoto5.wdp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>
            <a:spLocks noGrp="1"/>
          </p:cNvSpPr>
          <p:nvPr>
            <p:ph type="ctrTitle"/>
          </p:nvPr>
        </p:nvSpPr>
        <p:spPr>
          <a:xfrm>
            <a:off x="734106" y="873539"/>
            <a:ext cx="7848294" cy="2579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ru-RU" sz="3600" cap="all" dirty="0" err="1">
                <a:solidFill>
                  <a:schemeClr val="bg2"/>
                </a:solidFill>
              </a:rPr>
              <a:t>Ассисент</a:t>
            </a:r>
            <a:r>
              <a:rPr lang="ru-RU" sz="3600" cap="all" dirty="0">
                <a:solidFill>
                  <a:schemeClr val="bg2"/>
                </a:solidFill>
              </a:rPr>
              <a:t> </a:t>
            </a:r>
            <a:r>
              <a:rPr lang="en-US" sz="3600" cap="all" dirty="0">
                <a:solidFill>
                  <a:schemeClr val="bg2"/>
                </a:solidFill>
              </a:rPr>
              <a:t>HR</a:t>
            </a:r>
            <a:br>
              <a:rPr lang="en-US" cap="all" dirty="0"/>
            </a:br>
            <a:br>
              <a:rPr lang="en-US" cap="all" dirty="0"/>
            </a:br>
            <a:r>
              <a:rPr lang="en-US" cap="all" dirty="0" err="1">
                <a:solidFill>
                  <a:schemeClr val="bg2">
                    <a:lumMod val="50000"/>
                  </a:schemeClr>
                </a:solidFill>
              </a:rPr>
              <a:t>Hirelander</a:t>
            </a:r>
            <a:endParaRPr lang="ru-RU" cap="all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1;p28">
            <a:extLst>
              <a:ext uri="{FF2B5EF4-FFF2-40B4-BE49-F238E27FC236}">
                <a16:creationId xmlns:a16="http://schemas.microsoft.com/office/drawing/2014/main" id="{B105FD3B-9106-67D3-3125-23216300139C}"/>
              </a:ext>
            </a:extLst>
          </p:cNvPr>
          <p:cNvSpPr txBox="1">
            <a:spLocks/>
          </p:cNvSpPr>
          <p:nvPr/>
        </p:nvSpPr>
        <p:spPr>
          <a:xfrm>
            <a:off x="2274799" y="365672"/>
            <a:ext cx="4575352" cy="707721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3600" b="1" cap="all" dirty="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-52"/>
              </a:rPr>
              <a:t>НАША КОМАНДА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3F9DA95F-A58D-E733-1F0C-D3B06815673A}"/>
              </a:ext>
            </a:extLst>
          </p:cNvPr>
          <p:cNvSpPr/>
          <p:nvPr/>
        </p:nvSpPr>
        <p:spPr>
          <a:xfrm>
            <a:off x="4562475" y="2705332"/>
            <a:ext cx="2110636" cy="3207968"/>
          </a:xfrm>
          <a:prstGeom prst="roundRect">
            <a:avLst>
              <a:gd name="adj" fmla="val 46001"/>
            </a:avLst>
          </a:prstGeom>
          <a:solidFill>
            <a:srgbClr val="10B9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B050"/>
              </a:solidFill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FCDBE2E0-74B4-DE35-F4F1-8E205C73B092}"/>
              </a:ext>
            </a:extLst>
          </p:cNvPr>
          <p:cNvSpPr/>
          <p:nvPr/>
        </p:nvSpPr>
        <p:spPr>
          <a:xfrm>
            <a:off x="2451839" y="2705332"/>
            <a:ext cx="2110636" cy="3207968"/>
          </a:xfrm>
          <a:prstGeom prst="roundRect">
            <a:avLst>
              <a:gd name="adj" fmla="val 46001"/>
            </a:avLst>
          </a:prstGeom>
          <a:solidFill>
            <a:srgbClr val="F59E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94CA0ED5-65F1-BC17-ACE6-DDC522A61126}"/>
              </a:ext>
            </a:extLst>
          </p:cNvPr>
          <p:cNvSpPr/>
          <p:nvPr/>
        </p:nvSpPr>
        <p:spPr>
          <a:xfrm>
            <a:off x="341203" y="2705332"/>
            <a:ext cx="2110636" cy="3207968"/>
          </a:xfrm>
          <a:prstGeom prst="roundRect">
            <a:avLst>
              <a:gd name="adj" fmla="val 46001"/>
            </a:avLst>
          </a:prstGeom>
          <a:solidFill>
            <a:srgbClr val="EF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59E0B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00F03E8F-0B77-8E27-0D43-86AEDD08A496}"/>
              </a:ext>
            </a:extLst>
          </p:cNvPr>
          <p:cNvSpPr/>
          <p:nvPr/>
        </p:nvSpPr>
        <p:spPr>
          <a:xfrm>
            <a:off x="6673111" y="2705332"/>
            <a:ext cx="2110636" cy="3207968"/>
          </a:xfrm>
          <a:prstGeom prst="roundRect">
            <a:avLst>
              <a:gd name="adj" fmla="val 46001"/>
            </a:avLst>
          </a:prstGeom>
          <a:solidFill>
            <a:srgbClr val="4F46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 descr="Изображение выглядит как стена, одежда, человек, в помещени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FDF9510-FAA9-0701-3B58-BCF5BED47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5167" b="91685" l="30296" r="65260"/>
                    </a14:imgEffect>
                  </a14:imgLayer>
                </a14:imgProps>
              </a:ext>
            </a:extLst>
          </a:blip>
          <a:srcRect l="25926" t="16852" r="30370"/>
          <a:stretch>
            <a:fillRect/>
          </a:stretch>
        </p:blipFill>
        <p:spPr>
          <a:xfrm>
            <a:off x="2664194" y="2226674"/>
            <a:ext cx="1685926" cy="4276725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стена, человек, Человеческое лицо, плеч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D416DEA-B5C4-A04F-4638-91B63325E9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3167" b="92574" l="28469" r="81408"/>
                    </a14:imgEffect>
                  </a14:imgLayer>
                </a14:imgProps>
              </a:ext>
            </a:extLst>
          </a:blip>
          <a:srcRect l="21852" t="25741" r="11975"/>
          <a:stretch>
            <a:fillRect/>
          </a:stretch>
        </p:blipFill>
        <p:spPr>
          <a:xfrm>
            <a:off x="6452079" y="2328011"/>
            <a:ext cx="2552700" cy="3819525"/>
          </a:xfrm>
          <a:prstGeom prst="rect">
            <a:avLst/>
          </a:prstGeom>
        </p:spPr>
      </p:pic>
      <p:pic>
        <p:nvPicPr>
          <p:cNvPr id="14" name="Рисунок 13" descr="Изображение выглядит как стена, человек, одежда, Человеческое лиц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1F7AAB2-8300-F165-951D-F0E2EA54D3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4844" b="92969" l="29583" r="70313">
                        <a14:foregroundMark x1="54896" y1="37969" x2="45313" y2="39063"/>
                        <a14:foregroundMark x1="54688" y1="36641" x2="52708" y2="34844"/>
                      </a14:backgroundRemoval>
                    </a14:imgEffect>
                  </a14:imgLayer>
                </a14:imgProps>
              </a:ext>
            </a:extLst>
          </a:blip>
          <a:srcRect l="24568" t="29777" r="24568"/>
          <a:stretch>
            <a:fillRect/>
          </a:stretch>
        </p:blipFill>
        <p:spPr>
          <a:xfrm>
            <a:off x="4641056" y="2705332"/>
            <a:ext cx="1962151" cy="36842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65C94B-A6B9-8304-4CA1-B47120D959CA}"/>
              </a:ext>
            </a:extLst>
          </p:cNvPr>
          <p:cNvSpPr txBox="1"/>
          <p:nvPr/>
        </p:nvSpPr>
        <p:spPr>
          <a:xfrm>
            <a:off x="2700716" y="1655742"/>
            <a:ext cx="16494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err="1">
                <a:solidFill>
                  <a:srgbClr val="FFC000"/>
                </a:solidFill>
                <a:latin typeface="Montserrat" panose="00000500000000000000" pitchFamily="2" charset="-52"/>
              </a:rPr>
              <a:t>Жмелев</a:t>
            </a:r>
            <a:r>
              <a:rPr lang="ru-RU" dirty="0">
                <a:solidFill>
                  <a:srgbClr val="FFC000"/>
                </a:solidFill>
                <a:latin typeface="Montserrat" panose="00000500000000000000" pitchFamily="2" charset="-52"/>
              </a:rPr>
              <a:t> Глеб</a:t>
            </a:r>
          </a:p>
          <a:p>
            <a:pPr algn="ctr"/>
            <a:endParaRPr lang="ru-RU" dirty="0">
              <a:solidFill>
                <a:srgbClr val="FFC000"/>
              </a:solidFill>
              <a:latin typeface="Montserrat" panose="00000500000000000000" pitchFamily="2" charset="-52"/>
            </a:endParaRPr>
          </a:p>
          <a:p>
            <a:pPr algn="ctr"/>
            <a:r>
              <a:rPr lang="ru-RU" dirty="0" err="1">
                <a:solidFill>
                  <a:srgbClr val="FFC000"/>
                </a:solidFill>
                <a:latin typeface="Montserrat" panose="00000500000000000000" pitchFamily="2" charset="-52"/>
              </a:rPr>
              <a:t>Бекенд</a:t>
            </a:r>
            <a:endParaRPr lang="ru-RU" dirty="0">
              <a:solidFill>
                <a:srgbClr val="FFC000"/>
              </a:solidFill>
              <a:latin typeface="Montserrat" panose="00000500000000000000" pitchFamily="2" charset="-52"/>
            </a:endParaRPr>
          </a:p>
          <a:p>
            <a:pPr algn="ctr"/>
            <a:r>
              <a:rPr lang="ru-RU" dirty="0">
                <a:solidFill>
                  <a:srgbClr val="FFC000"/>
                </a:solidFill>
                <a:latin typeface="Montserrat" panose="00000500000000000000" pitchFamily="2" charset="-52"/>
              </a:rPr>
              <a:t>Интеграция </a:t>
            </a:r>
            <a:r>
              <a:rPr lang="en-US" dirty="0">
                <a:solidFill>
                  <a:srgbClr val="FFC000"/>
                </a:solidFill>
                <a:latin typeface="Montserrat" panose="00000500000000000000" pitchFamily="2" charset="-52"/>
              </a:rPr>
              <a:t>AI</a:t>
            </a:r>
            <a:endParaRPr lang="ru-RU" dirty="0">
              <a:solidFill>
                <a:srgbClr val="FFC000"/>
              </a:solidFill>
              <a:latin typeface="Montserrat" panose="00000500000000000000" pitchFamily="2" charset="-52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39A95B1-A526-5CFC-2A10-7B96F914835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64208" y1="19366" x2="61427" y2="14357"/>
                        <a14:foregroundMark x1="63482" y1="15693" x2="61911" y2="13689"/>
                        <a14:foregroundMark x1="64208" y1="16194" x2="63241" y2="15192"/>
                        <a14:foregroundMark x1="63362" y1="15192" x2="64087" y2="16194"/>
                        <a14:foregroundMark x1="55623" y1="14190" x2="52479" y2="17028"/>
                        <a14:backgroundMark x1="54241" y1="12120" x2="59129" y2="11185"/>
                        <a14:backgroundMark x1="51270" y1="12688" x2="54126" y2="12142"/>
                        <a14:backgroundMark x1="64266" y1="15999" x2="65901" y2="17529"/>
                        <a14:backgroundMark x1="59129" y1="11185" x2="61019" y2="12955"/>
                        <a14:backgroundMark x1="65901" y1="17529" x2="67352" y2="27379"/>
                        <a14:backgroundMark x1="67352" y1="27379" x2="64933" y2="38230"/>
                        <a14:backgroundMark x1="64933" y1="38230" x2="70375" y2="44908"/>
                        <a14:backgroundMark x1="70375" y1="44908" x2="77872" y2="49082"/>
                        <a14:backgroundMark x1="77872" y1="49082" x2="82709" y2="58264"/>
                        <a14:backgroundMark x1="82709" y1="58264" x2="83918" y2="80801"/>
                        <a14:backgroundMark x1="83918" y1="80801" x2="83676" y2="82805"/>
                        <a14:backgroundMark x1="50907" y1="15526" x2="50423" y2="18197"/>
                        <a14:backgroundMark x1="50786" y1="19533" x2="50665" y2="21870"/>
                        <a14:backgroundMark x1="51995" y1="35392" x2="51270" y2="34558"/>
                        <a14:backgroundMark x1="50544" y1="32554" x2="50423" y2="31219"/>
                        <a14:backgroundMark x1="50544" y1="30384" x2="50181" y2="29048"/>
                      </a14:backgroundRemoval>
                    </a14:imgEffect>
                  </a14:imgLayer>
                </a14:imgProps>
              </a:ext>
            </a:extLst>
          </a:blip>
          <a:srcRect l="38239" t="11198" r="15527" b="16990"/>
          <a:stretch>
            <a:fillRect/>
          </a:stretch>
        </p:blipFill>
        <p:spPr>
          <a:xfrm>
            <a:off x="449373" y="2916826"/>
            <a:ext cx="2002466" cy="225277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0114520-0E3A-A024-53BC-C5FFBD70C2F1}"/>
              </a:ext>
            </a:extLst>
          </p:cNvPr>
          <p:cNvSpPr txBox="1"/>
          <p:nvPr/>
        </p:nvSpPr>
        <p:spPr>
          <a:xfrm>
            <a:off x="4793091" y="1651728"/>
            <a:ext cx="16494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00B050"/>
                </a:solidFill>
                <a:latin typeface="Montserrat" panose="00000500000000000000" pitchFamily="2" charset="-52"/>
              </a:rPr>
              <a:t>Мамонтов Олег</a:t>
            </a:r>
          </a:p>
          <a:p>
            <a:pPr algn="ctr"/>
            <a:endParaRPr lang="ru-RU" dirty="0">
              <a:solidFill>
                <a:srgbClr val="00B050"/>
              </a:solidFill>
              <a:latin typeface="Montserrat" panose="00000500000000000000" pitchFamily="2" charset="-52"/>
            </a:endParaRPr>
          </a:p>
          <a:p>
            <a:pPr algn="ctr"/>
            <a:r>
              <a:rPr lang="en-US" dirty="0">
                <a:solidFill>
                  <a:srgbClr val="00B050"/>
                </a:solidFill>
                <a:latin typeface="Montserrat" panose="00000500000000000000" pitchFamily="2" charset="-52"/>
              </a:rPr>
              <a:t>Tech-lead</a:t>
            </a:r>
            <a:br>
              <a:rPr lang="ru-RU" dirty="0">
                <a:solidFill>
                  <a:srgbClr val="00B050"/>
                </a:solidFill>
                <a:latin typeface="Montserrat" panose="00000500000000000000" pitchFamily="2" charset="-52"/>
              </a:rPr>
            </a:br>
            <a:r>
              <a:rPr lang="en-US" dirty="0" err="1">
                <a:solidFill>
                  <a:srgbClr val="00B050"/>
                </a:solidFill>
                <a:latin typeface="Montserrat" panose="00000500000000000000" pitchFamily="2" charset="-52"/>
              </a:rPr>
              <a:t>Fullstack</a:t>
            </a:r>
            <a:endParaRPr lang="ru-RU" dirty="0">
              <a:solidFill>
                <a:srgbClr val="00B050"/>
              </a:solidFill>
              <a:latin typeface="Montserrat" panose="00000500000000000000" pitchFamily="2" charset="-5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1C7724-31F7-20B5-1CCC-EBA2EA8394F6}"/>
              </a:ext>
            </a:extLst>
          </p:cNvPr>
          <p:cNvSpPr txBox="1"/>
          <p:nvPr/>
        </p:nvSpPr>
        <p:spPr>
          <a:xfrm>
            <a:off x="599217" y="1651728"/>
            <a:ext cx="17027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FF0000"/>
                </a:solidFill>
                <a:latin typeface="Montserrat" panose="00000500000000000000" pitchFamily="2" charset="-52"/>
              </a:rPr>
              <a:t>Смоляр Родион</a:t>
            </a:r>
          </a:p>
          <a:p>
            <a:pPr algn="ctr"/>
            <a:endParaRPr lang="ru-RU" dirty="0">
              <a:solidFill>
                <a:srgbClr val="FF0000"/>
              </a:solidFill>
              <a:latin typeface="Montserrat" panose="00000500000000000000" pitchFamily="2" charset="-52"/>
            </a:endParaRPr>
          </a:p>
          <a:p>
            <a:pPr algn="ctr"/>
            <a:r>
              <a:rPr lang="en-US" dirty="0">
                <a:solidFill>
                  <a:srgbClr val="FF0000"/>
                </a:solidFill>
                <a:latin typeface="Montserrat" panose="00000500000000000000" pitchFamily="2" charset="-52"/>
              </a:rPr>
              <a:t>CV</a:t>
            </a:r>
          </a:p>
          <a:p>
            <a:pPr algn="ctr"/>
            <a:r>
              <a:rPr lang="en-US" dirty="0">
                <a:solidFill>
                  <a:srgbClr val="FF0000"/>
                </a:solidFill>
                <a:latin typeface="Montserrat" panose="00000500000000000000" pitchFamily="2" charset="-52"/>
              </a:rPr>
              <a:t>LLM</a:t>
            </a:r>
            <a:endParaRPr lang="ru-RU" dirty="0">
              <a:solidFill>
                <a:srgbClr val="FF0000"/>
              </a:solidFill>
              <a:latin typeface="Montserrat" panose="00000500000000000000" pitchFamily="2" charset="-5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107CC5-D344-CFCE-B542-98F28B3D2361}"/>
              </a:ext>
            </a:extLst>
          </p:cNvPr>
          <p:cNvSpPr txBox="1"/>
          <p:nvPr/>
        </p:nvSpPr>
        <p:spPr>
          <a:xfrm>
            <a:off x="6804520" y="1651728"/>
            <a:ext cx="18478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0070C0"/>
                </a:solidFill>
                <a:latin typeface="Montserrat" panose="00000500000000000000" pitchFamily="2" charset="-52"/>
              </a:rPr>
              <a:t>Масалов Кирилл</a:t>
            </a:r>
          </a:p>
          <a:p>
            <a:pPr algn="ctr"/>
            <a:endParaRPr lang="ru-RU" dirty="0">
              <a:solidFill>
                <a:srgbClr val="0070C0"/>
              </a:solidFill>
              <a:latin typeface="Montserrat" panose="00000500000000000000" pitchFamily="2" charset="-52"/>
            </a:endParaRPr>
          </a:p>
          <a:p>
            <a:pPr algn="ctr"/>
            <a:r>
              <a:rPr lang="en-US" dirty="0">
                <a:solidFill>
                  <a:srgbClr val="0070C0"/>
                </a:solidFill>
                <a:latin typeface="Montserrat" panose="00000500000000000000" pitchFamily="2" charset="-52"/>
              </a:rPr>
              <a:t>LLM</a:t>
            </a:r>
          </a:p>
          <a:p>
            <a:pPr algn="ctr"/>
            <a:r>
              <a:rPr lang="en-US" dirty="0">
                <a:solidFill>
                  <a:srgbClr val="0070C0"/>
                </a:solidFill>
                <a:latin typeface="Montserrat" panose="00000500000000000000" pitchFamily="2" charset="-52"/>
              </a:rPr>
              <a:t>STT + TTS</a:t>
            </a:r>
            <a:endParaRPr lang="ru-RU" dirty="0">
              <a:solidFill>
                <a:srgbClr val="0070C0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490319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Roadmap </a:t>
            </a:r>
            <a:r>
              <a:rPr lang="ru-RU" dirty="0"/>
              <a:t>презентации</a:t>
            </a:r>
            <a:endParaRPr dirty="0"/>
          </a:p>
        </p:txBody>
      </p:sp>
      <p:sp>
        <p:nvSpPr>
          <p:cNvPr id="250" name="Google Shape;250;p30"/>
          <p:cNvSpPr txBox="1">
            <a:spLocks noGrp="1"/>
          </p:cNvSpPr>
          <p:nvPr>
            <p:ph type="title" idx="2"/>
          </p:nvPr>
        </p:nvSpPr>
        <p:spPr>
          <a:xfrm>
            <a:off x="1665900" y="1507481"/>
            <a:ext cx="6402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51" name="Google Shape;251;p30"/>
          <p:cNvSpPr txBox="1">
            <a:spLocks noGrp="1"/>
          </p:cNvSpPr>
          <p:nvPr>
            <p:ph type="title" idx="3"/>
          </p:nvPr>
        </p:nvSpPr>
        <p:spPr>
          <a:xfrm>
            <a:off x="2985900" y="3110965"/>
            <a:ext cx="6402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52" name="Google Shape;252;p30"/>
          <p:cNvSpPr txBox="1">
            <a:spLocks noGrp="1"/>
          </p:cNvSpPr>
          <p:nvPr>
            <p:ph type="title" idx="4"/>
          </p:nvPr>
        </p:nvSpPr>
        <p:spPr>
          <a:xfrm>
            <a:off x="4251900" y="1507477"/>
            <a:ext cx="6402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53" name="Google Shape;253;p30"/>
          <p:cNvSpPr txBox="1">
            <a:spLocks noGrp="1"/>
          </p:cNvSpPr>
          <p:nvPr>
            <p:ph type="title" idx="5"/>
          </p:nvPr>
        </p:nvSpPr>
        <p:spPr>
          <a:xfrm>
            <a:off x="5686200" y="3110965"/>
            <a:ext cx="6402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254" name="Google Shape;254;p30"/>
          <p:cNvSpPr txBox="1">
            <a:spLocks noGrp="1"/>
          </p:cNvSpPr>
          <p:nvPr>
            <p:ph type="title" idx="6"/>
          </p:nvPr>
        </p:nvSpPr>
        <p:spPr>
          <a:xfrm>
            <a:off x="6837900" y="1507477"/>
            <a:ext cx="6402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56" name="Google Shape;256;p30"/>
          <p:cNvSpPr txBox="1">
            <a:spLocks noGrp="1"/>
          </p:cNvSpPr>
          <p:nvPr>
            <p:ph type="subTitle" idx="1"/>
          </p:nvPr>
        </p:nvSpPr>
        <p:spPr>
          <a:xfrm>
            <a:off x="720000" y="2300073"/>
            <a:ext cx="2532000" cy="6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Цели продукта</a:t>
            </a:r>
            <a:endParaRPr lang="en-US" dirty="0"/>
          </a:p>
        </p:txBody>
      </p:sp>
      <p:sp>
        <p:nvSpPr>
          <p:cNvPr id="257" name="Google Shape;257;p30"/>
          <p:cNvSpPr txBox="1">
            <a:spLocks noGrp="1"/>
          </p:cNvSpPr>
          <p:nvPr>
            <p:ph type="subTitle" idx="8"/>
          </p:nvPr>
        </p:nvSpPr>
        <p:spPr>
          <a:xfrm>
            <a:off x="3306000" y="2300073"/>
            <a:ext cx="2532000" cy="6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Стек разработки</a:t>
            </a:r>
            <a:endParaRPr dirty="0"/>
          </a:p>
        </p:txBody>
      </p:sp>
      <p:sp>
        <p:nvSpPr>
          <p:cNvPr id="258" name="Google Shape;258;p30"/>
          <p:cNvSpPr txBox="1">
            <a:spLocks noGrp="1"/>
          </p:cNvSpPr>
          <p:nvPr>
            <p:ph type="subTitle" idx="9"/>
          </p:nvPr>
        </p:nvSpPr>
        <p:spPr>
          <a:xfrm>
            <a:off x="5892000" y="2300073"/>
            <a:ext cx="2532000" cy="6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Реализация</a:t>
            </a:r>
            <a:endParaRPr dirty="0"/>
          </a:p>
        </p:txBody>
      </p:sp>
      <p:sp>
        <p:nvSpPr>
          <p:cNvPr id="259" name="Google Shape;259;p30"/>
          <p:cNvSpPr txBox="1">
            <a:spLocks noGrp="1"/>
          </p:cNvSpPr>
          <p:nvPr>
            <p:ph type="subTitle" idx="13"/>
          </p:nvPr>
        </p:nvSpPr>
        <p:spPr>
          <a:xfrm>
            <a:off x="2040000" y="3938148"/>
            <a:ext cx="25320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Демонстрация функционала</a:t>
            </a:r>
            <a:endParaRPr dirty="0"/>
          </a:p>
        </p:txBody>
      </p:sp>
      <p:sp>
        <p:nvSpPr>
          <p:cNvPr id="260" name="Google Shape;260;p30"/>
          <p:cNvSpPr txBox="1">
            <a:spLocks noGrp="1"/>
          </p:cNvSpPr>
          <p:nvPr>
            <p:ph type="subTitle" idx="14"/>
          </p:nvPr>
        </p:nvSpPr>
        <p:spPr>
          <a:xfrm>
            <a:off x="5178225" y="3938148"/>
            <a:ext cx="1656150" cy="4384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Результаты работы</a:t>
            </a:r>
            <a:endParaRPr dirty="0"/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3"/>
          <p:cNvSpPr txBox="1">
            <a:spLocks noGrp="1"/>
          </p:cNvSpPr>
          <p:nvPr>
            <p:ph type="subTitle" idx="4"/>
          </p:nvPr>
        </p:nvSpPr>
        <p:spPr>
          <a:xfrm>
            <a:off x="4703681" y="2490327"/>
            <a:ext cx="3258837" cy="41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/>
              <a:t>Цель реализации</a:t>
            </a:r>
            <a:endParaRPr sz="3200" dirty="0"/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003075" y="614649"/>
            <a:ext cx="128977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Цели</a:t>
            </a:r>
            <a:endParaRPr dirty="0"/>
          </a:p>
        </p:txBody>
      </p:sp>
      <p:sp>
        <p:nvSpPr>
          <p:cNvPr id="284" name="Google Shape;284;p33"/>
          <p:cNvSpPr txBox="1">
            <a:spLocks noGrp="1"/>
          </p:cNvSpPr>
          <p:nvPr>
            <p:ph type="subTitle" idx="1"/>
          </p:nvPr>
        </p:nvSpPr>
        <p:spPr>
          <a:xfrm>
            <a:off x="4384402" y="2878950"/>
            <a:ext cx="3897394" cy="14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sz="1400" dirty="0"/>
              <a:t>Разработать </a:t>
            </a:r>
            <a:r>
              <a:rPr lang="en-US" sz="1400" dirty="0"/>
              <a:t>AI </a:t>
            </a:r>
            <a:r>
              <a:rPr lang="ru-RU" sz="1400" dirty="0"/>
              <a:t>агента, способного оценить кандидата по его резюме и по его выступлению на собеседовании, и представить систему, автоматизирующую процесс ручного скрининга вакансий и резюме</a:t>
            </a:r>
            <a:endParaRPr sz="1400" dirty="0"/>
          </a:p>
        </p:txBody>
      </p:sp>
      <p:sp>
        <p:nvSpPr>
          <p:cNvPr id="285" name="Google Shape;285;p33"/>
          <p:cNvSpPr txBox="1">
            <a:spLocks noGrp="1"/>
          </p:cNvSpPr>
          <p:nvPr>
            <p:ph type="subTitle" idx="2"/>
          </p:nvPr>
        </p:nvSpPr>
        <p:spPr>
          <a:xfrm>
            <a:off x="1282482" y="2913552"/>
            <a:ext cx="2903146" cy="14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/>
              <a:t>Целевой аудиторией являются интервьюеры и соискатели в сфере </a:t>
            </a:r>
            <a:r>
              <a:rPr lang="en-US" sz="1400" dirty="0"/>
              <a:t>IT</a:t>
            </a:r>
            <a:r>
              <a:rPr lang="ru-RU" sz="1400" dirty="0"/>
              <a:t>, которым важен дополнительный автоматизированный инструмент, упрощающий процесс устройства на работу</a:t>
            </a:r>
            <a:endParaRPr sz="1400" dirty="0"/>
          </a:p>
        </p:txBody>
      </p:sp>
      <p:sp>
        <p:nvSpPr>
          <p:cNvPr id="286" name="Google Shape;286;p33"/>
          <p:cNvSpPr txBox="1">
            <a:spLocks noGrp="1"/>
          </p:cNvSpPr>
          <p:nvPr>
            <p:ph type="subTitle" idx="3"/>
          </p:nvPr>
        </p:nvSpPr>
        <p:spPr>
          <a:xfrm>
            <a:off x="1410462" y="2490327"/>
            <a:ext cx="2647187" cy="41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/>
              <a:t>Целевая аудитория</a:t>
            </a:r>
            <a:endParaRPr sz="3200" dirty="0"/>
          </a:p>
        </p:txBody>
      </p:sp>
      <p:sp>
        <p:nvSpPr>
          <p:cNvPr id="3" name="Google Shape;275;p32">
            <a:extLst>
              <a:ext uri="{FF2B5EF4-FFF2-40B4-BE49-F238E27FC236}">
                <a16:creationId xmlns:a16="http://schemas.microsoft.com/office/drawing/2014/main" id="{EBBE593D-C401-A77F-6097-26665A724396}"/>
              </a:ext>
            </a:extLst>
          </p:cNvPr>
          <p:cNvSpPr txBox="1">
            <a:spLocks/>
          </p:cNvSpPr>
          <p:nvPr/>
        </p:nvSpPr>
        <p:spPr>
          <a:xfrm>
            <a:off x="720000" y="336855"/>
            <a:ext cx="1151100" cy="11520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" sz="6000" b="1" dirty="0">
                <a:solidFill>
                  <a:schemeClr val="bg2"/>
                </a:solidFill>
                <a:latin typeface="Montserrat" panose="00000500000000000000" pitchFamily="2" charset="-52"/>
              </a:rPr>
              <a:t>01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>
          <a:extLst>
            <a:ext uri="{FF2B5EF4-FFF2-40B4-BE49-F238E27FC236}">
              <a16:creationId xmlns:a16="http://schemas.microsoft.com/office/drawing/2014/main" id="{B821B2C0-2496-A176-F3DC-394006F24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93;p34">
            <a:extLst>
              <a:ext uri="{FF2B5EF4-FFF2-40B4-BE49-F238E27FC236}">
                <a16:creationId xmlns:a16="http://schemas.microsoft.com/office/drawing/2014/main" id="{94C183D0-6383-D344-78B2-CED9D97850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15729" y="451741"/>
            <a:ext cx="379337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Стек разработки</a:t>
            </a:r>
            <a:endParaRPr dirty="0"/>
          </a:p>
        </p:txBody>
      </p:sp>
      <p:sp>
        <p:nvSpPr>
          <p:cNvPr id="5" name="Google Shape;294;p34">
            <a:extLst>
              <a:ext uri="{FF2B5EF4-FFF2-40B4-BE49-F238E27FC236}">
                <a16:creationId xmlns:a16="http://schemas.microsoft.com/office/drawing/2014/main" id="{157BDC77-A5CF-A60A-D82D-EEF2EF9D192A}"/>
              </a:ext>
            </a:extLst>
          </p:cNvPr>
          <p:cNvSpPr txBox="1">
            <a:spLocks/>
          </p:cNvSpPr>
          <p:nvPr/>
        </p:nvSpPr>
        <p:spPr>
          <a:xfrm>
            <a:off x="1403167" y="1521075"/>
            <a:ext cx="1391700" cy="7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 algn="l"/>
            <a:r>
              <a:rPr lang="en-US" sz="2000" dirty="0"/>
              <a:t>Backend</a:t>
            </a:r>
          </a:p>
        </p:txBody>
      </p:sp>
      <p:sp>
        <p:nvSpPr>
          <p:cNvPr id="6" name="Google Shape;295;p34">
            <a:extLst>
              <a:ext uri="{FF2B5EF4-FFF2-40B4-BE49-F238E27FC236}">
                <a16:creationId xmlns:a16="http://schemas.microsoft.com/office/drawing/2014/main" id="{EEDA6696-E837-09EA-FF99-8A88FA4E35FB}"/>
              </a:ext>
            </a:extLst>
          </p:cNvPr>
          <p:cNvSpPr txBox="1">
            <a:spLocks/>
          </p:cNvSpPr>
          <p:nvPr/>
        </p:nvSpPr>
        <p:spPr>
          <a:xfrm>
            <a:off x="1403166" y="2544150"/>
            <a:ext cx="1487259" cy="7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>
                <a:latin typeface="Montserrat" panose="00000500000000000000" pitchFamily="2" charset="-52"/>
              </a:rPr>
              <a:t>Frontend</a:t>
            </a:r>
          </a:p>
        </p:txBody>
      </p:sp>
      <p:sp>
        <p:nvSpPr>
          <p:cNvPr id="7" name="Google Shape;299;p34">
            <a:extLst>
              <a:ext uri="{FF2B5EF4-FFF2-40B4-BE49-F238E27FC236}">
                <a16:creationId xmlns:a16="http://schemas.microsoft.com/office/drawing/2014/main" id="{EE0B9CF0-94FE-33AF-5FCC-4E07E9EC0DC8}"/>
              </a:ext>
            </a:extLst>
          </p:cNvPr>
          <p:cNvSpPr txBox="1">
            <a:spLocks/>
          </p:cNvSpPr>
          <p:nvPr/>
        </p:nvSpPr>
        <p:spPr>
          <a:xfrm>
            <a:off x="1403167" y="3567225"/>
            <a:ext cx="1692458" cy="7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>
                <a:latin typeface="Montserrat" panose="00000500000000000000" pitchFamily="2" charset="-52"/>
              </a:rPr>
              <a:t>AI</a:t>
            </a:r>
          </a:p>
        </p:txBody>
      </p:sp>
      <p:sp>
        <p:nvSpPr>
          <p:cNvPr id="8" name="Google Shape;300;p34">
            <a:extLst>
              <a:ext uri="{FF2B5EF4-FFF2-40B4-BE49-F238E27FC236}">
                <a16:creationId xmlns:a16="http://schemas.microsoft.com/office/drawing/2014/main" id="{EBF0E653-7F95-6BA5-ADE6-E05487AC0E22}"/>
              </a:ext>
            </a:extLst>
          </p:cNvPr>
          <p:cNvSpPr/>
          <p:nvPr/>
        </p:nvSpPr>
        <p:spPr>
          <a:xfrm>
            <a:off x="713225" y="1521075"/>
            <a:ext cx="640200" cy="7083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sz="2000"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Google Shape;301;p34">
            <a:extLst>
              <a:ext uri="{FF2B5EF4-FFF2-40B4-BE49-F238E27FC236}">
                <a16:creationId xmlns:a16="http://schemas.microsoft.com/office/drawing/2014/main" id="{BCDB0B9F-D7A6-9B6B-4A69-9EA1EBE81E66}"/>
              </a:ext>
            </a:extLst>
          </p:cNvPr>
          <p:cNvSpPr/>
          <p:nvPr/>
        </p:nvSpPr>
        <p:spPr>
          <a:xfrm>
            <a:off x="713225" y="2544150"/>
            <a:ext cx="640200" cy="7083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sz="2000"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" name="Google Shape;302;p34">
            <a:extLst>
              <a:ext uri="{FF2B5EF4-FFF2-40B4-BE49-F238E27FC236}">
                <a16:creationId xmlns:a16="http://schemas.microsoft.com/office/drawing/2014/main" id="{2654BFF5-90E3-E6E1-356F-582830DF1C48}"/>
              </a:ext>
            </a:extLst>
          </p:cNvPr>
          <p:cNvSpPr/>
          <p:nvPr/>
        </p:nvSpPr>
        <p:spPr>
          <a:xfrm>
            <a:off x="713225" y="3567225"/>
            <a:ext cx="640200" cy="7083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sz="2000"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Знак ''плюс'' 12">
            <a:extLst>
              <a:ext uri="{FF2B5EF4-FFF2-40B4-BE49-F238E27FC236}">
                <a16:creationId xmlns:a16="http://schemas.microsoft.com/office/drawing/2014/main" id="{62DE0EAD-BEDF-EB81-9DF9-14D2ABC4D808}"/>
              </a:ext>
            </a:extLst>
          </p:cNvPr>
          <p:cNvSpPr/>
          <p:nvPr/>
        </p:nvSpPr>
        <p:spPr>
          <a:xfrm>
            <a:off x="4787314" y="1615134"/>
            <a:ext cx="400050" cy="381000"/>
          </a:xfrm>
          <a:prstGeom prst="mathPlus">
            <a:avLst/>
          </a:prstGeom>
          <a:solidFill>
            <a:srgbClr val="4F46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Знак ''плюс'' 14">
            <a:extLst>
              <a:ext uri="{FF2B5EF4-FFF2-40B4-BE49-F238E27FC236}">
                <a16:creationId xmlns:a16="http://schemas.microsoft.com/office/drawing/2014/main" id="{30FE8067-21B1-ABC3-8137-4C15335A80B3}"/>
              </a:ext>
            </a:extLst>
          </p:cNvPr>
          <p:cNvSpPr/>
          <p:nvPr/>
        </p:nvSpPr>
        <p:spPr>
          <a:xfrm>
            <a:off x="6318104" y="1615134"/>
            <a:ext cx="400050" cy="381000"/>
          </a:xfrm>
          <a:prstGeom prst="mathPlus">
            <a:avLst/>
          </a:prstGeom>
          <a:solidFill>
            <a:srgbClr val="4F46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Picture 2" descr="HTML — Википедия">
            <a:extLst>
              <a:ext uri="{FF2B5EF4-FFF2-40B4-BE49-F238E27FC236}">
                <a16:creationId xmlns:a16="http://schemas.microsoft.com/office/drawing/2014/main" id="{3C17911B-1902-9ED7-D85E-1E1A01BAE3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9612"/>
          <a:stretch>
            <a:fillRect/>
          </a:stretch>
        </p:blipFill>
        <p:spPr bwMode="auto">
          <a:xfrm>
            <a:off x="3776016" y="2447577"/>
            <a:ext cx="795417" cy="880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Знак ''плюс'' 17">
            <a:extLst>
              <a:ext uri="{FF2B5EF4-FFF2-40B4-BE49-F238E27FC236}">
                <a16:creationId xmlns:a16="http://schemas.microsoft.com/office/drawing/2014/main" id="{661FDEF5-9446-600D-70DF-8D277E5CE0A3}"/>
              </a:ext>
            </a:extLst>
          </p:cNvPr>
          <p:cNvSpPr/>
          <p:nvPr/>
        </p:nvSpPr>
        <p:spPr>
          <a:xfrm>
            <a:off x="4793417" y="2683383"/>
            <a:ext cx="400050" cy="381000"/>
          </a:xfrm>
          <a:prstGeom prst="mathPlus">
            <a:avLst/>
          </a:prstGeom>
          <a:solidFill>
            <a:srgbClr val="4F46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Picture 4" descr="Что такое CSS (каскадные стили) — полное руководство">
            <a:extLst>
              <a:ext uri="{FF2B5EF4-FFF2-40B4-BE49-F238E27FC236}">
                <a16:creationId xmlns:a16="http://schemas.microsoft.com/office/drawing/2014/main" id="{6E91F7DC-6597-6567-B9EA-BA66C37C91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5313" y1="18375" x2="45000" y2="18500"/>
                        <a14:foregroundMark x1="48563" y1="18500" x2="50000" y2="18750"/>
                        <a14:foregroundMark x1="53312" y1="18750" x2="55000" y2="18750"/>
                        <a14:backgroundMark x1="51875" y1="20375" x2="51563" y2="202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752" t="15833" r="37818" b="15208"/>
          <a:stretch>
            <a:fillRect/>
          </a:stretch>
        </p:blipFill>
        <p:spPr bwMode="auto">
          <a:xfrm>
            <a:off x="5415451" y="2385066"/>
            <a:ext cx="680669" cy="941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Знак ''плюс'' 19">
            <a:extLst>
              <a:ext uri="{FF2B5EF4-FFF2-40B4-BE49-F238E27FC236}">
                <a16:creationId xmlns:a16="http://schemas.microsoft.com/office/drawing/2014/main" id="{8890ED64-41DB-8758-3A61-2024127920A0}"/>
              </a:ext>
            </a:extLst>
          </p:cNvPr>
          <p:cNvSpPr/>
          <p:nvPr/>
        </p:nvSpPr>
        <p:spPr>
          <a:xfrm>
            <a:off x="6318104" y="2683383"/>
            <a:ext cx="400050" cy="381000"/>
          </a:xfrm>
          <a:prstGeom prst="mathPlus">
            <a:avLst/>
          </a:prstGeom>
          <a:solidFill>
            <a:srgbClr val="4F46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BBC55C20-9691-DF44-A5D0-6CC3CA3656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0138" y="2382051"/>
            <a:ext cx="721437" cy="943107"/>
          </a:xfrm>
          <a:prstGeom prst="rect">
            <a:avLst/>
          </a:prstGeom>
        </p:spPr>
      </p:pic>
      <p:sp>
        <p:nvSpPr>
          <p:cNvPr id="24" name="Знак ''плюс'' 23">
            <a:extLst>
              <a:ext uri="{FF2B5EF4-FFF2-40B4-BE49-F238E27FC236}">
                <a16:creationId xmlns:a16="http://schemas.microsoft.com/office/drawing/2014/main" id="{29EDE3BF-21BB-5BAA-FE4A-896918DC5D12}"/>
              </a:ext>
            </a:extLst>
          </p:cNvPr>
          <p:cNvSpPr/>
          <p:nvPr/>
        </p:nvSpPr>
        <p:spPr>
          <a:xfrm>
            <a:off x="4790128" y="3763510"/>
            <a:ext cx="400050" cy="381000"/>
          </a:xfrm>
          <a:prstGeom prst="mathPlus">
            <a:avLst/>
          </a:prstGeom>
          <a:solidFill>
            <a:srgbClr val="4F46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нак ''плюс'' 25">
            <a:extLst>
              <a:ext uri="{FF2B5EF4-FFF2-40B4-BE49-F238E27FC236}">
                <a16:creationId xmlns:a16="http://schemas.microsoft.com/office/drawing/2014/main" id="{218C5F19-F0C0-5389-04DC-A3BD11E8215F}"/>
              </a:ext>
            </a:extLst>
          </p:cNvPr>
          <p:cNvSpPr/>
          <p:nvPr/>
        </p:nvSpPr>
        <p:spPr>
          <a:xfrm>
            <a:off x="6348306" y="3763510"/>
            <a:ext cx="400050" cy="381000"/>
          </a:xfrm>
          <a:prstGeom prst="mathPlus">
            <a:avLst/>
          </a:prstGeom>
          <a:solidFill>
            <a:srgbClr val="4F46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Google Shape;275;p32">
            <a:extLst>
              <a:ext uri="{FF2B5EF4-FFF2-40B4-BE49-F238E27FC236}">
                <a16:creationId xmlns:a16="http://schemas.microsoft.com/office/drawing/2014/main" id="{26C24ED2-0AD3-E993-964F-5EB25E11D88D}"/>
              </a:ext>
            </a:extLst>
          </p:cNvPr>
          <p:cNvSpPr txBox="1">
            <a:spLocks/>
          </p:cNvSpPr>
          <p:nvPr/>
        </p:nvSpPr>
        <p:spPr>
          <a:xfrm>
            <a:off x="668853" y="166107"/>
            <a:ext cx="1151100" cy="11520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" sz="6000" b="1" dirty="0">
                <a:solidFill>
                  <a:schemeClr val="bg2"/>
                </a:solidFill>
                <a:latin typeface="Montserrat" panose="00000500000000000000" pitchFamily="2" charset="-52"/>
              </a:rPr>
              <a:t>02</a:t>
            </a:r>
          </a:p>
        </p:txBody>
      </p:sp>
      <p:pic>
        <p:nvPicPr>
          <p:cNvPr id="1026" name="Picture 2" descr="Иконка Flask в стиле Windows 11 Color">
            <a:extLst>
              <a:ext uri="{FF2B5EF4-FFF2-40B4-BE49-F238E27FC236}">
                <a16:creationId xmlns:a16="http://schemas.microsoft.com/office/drawing/2014/main" id="{AC722187-BC1E-D060-36EA-45F0357FA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7580" y="1338931"/>
            <a:ext cx="1000634" cy="1000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89EC60A5-3D77-FA5C-3D25-7137F58FEB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6373" y="1258724"/>
            <a:ext cx="878824" cy="1051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hat's new in SocketIO 4?">
            <a:extLst>
              <a:ext uri="{FF2B5EF4-FFF2-40B4-BE49-F238E27FC236}">
                <a16:creationId xmlns:a16="http://schemas.microsoft.com/office/drawing/2014/main" id="{AFC66253-7E2E-C748-DE9F-3022A7A7A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3356" y="1451484"/>
            <a:ext cx="1509363" cy="70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GitHub - shcherbak-ai/contextgem: ContextGem: Effortless LLM extraction  from documents">
            <a:extLst>
              <a:ext uri="{FF2B5EF4-FFF2-40B4-BE49-F238E27FC236}">
                <a16:creationId xmlns:a16="http://schemas.microsoft.com/office/drawing/2014/main" id="{6BFBA8D3-D133-F81C-8C2F-1EAA707A91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4681" y="3723496"/>
            <a:ext cx="1899637" cy="395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Gemini logotype. Artificial intelligence chat bot from Google 45817274  Vector Art at Vecteezy">
            <a:extLst>
              <a:ext uri="{FF2B5EF4-FFF2-40B4-BE49-F238E27FC236}">
                <a16:creationId xmlns:a16="http://schemas.microsoft.com/office/drawing/2014/main" id="{2FF63EDD-FC1C-1CB1-A1AA-657E1EE37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615" y="3336335"/>
            <a:ext cx="1349188" cy="61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Mistral Логотип Бесплатная загрузка ... · LobeHub">
            <a:extLst>
              <a:ext uri="{FF2B5EF4-FFF2-40B4-BE49-F238E27FC236}">
                <a16:creationId xmlns:a16="http://schemas.microsoft.com/office/drawing/2014/main" id="{BD9C024D-3D61-2B25-9ABA-A4B46D102A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6016" y="3876640"/>
            <a:ext cx="485227" cy="485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YOLO | Discover AI use cases">
            <a:extLst>
              <a:ext uri="{FF2B5EF4-FFF2-40B4-BE49-F238E27FC236}">
                <a16:creationId xmlns:a16="http://schemas.microsoft.com/office/drawing/2014/main" id="{A7E41763-F8E6-3C93-3C8B-240FDB0DA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6674" y="3606676"/>
            <a:ext cx="1185136" cy="629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737265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>
          <a:extLst>
            <a:ext uri="{FF2B5EF4-FFF2-40B4-BE49-F238E27FC236}">
              <a16:creationId xmlns:a16="http://schemas.microsoft.com/office/drawing/2014/main" id="{6033CBD8-E2F7-F35A-F356-4C048098F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82AF448-C298-6E67-BC2A-D817A5601DC3}"/>
              </a:ext>
            </a:extLst>
          </p:cNvPr>
          <p:cNvSpPr/>
          <p:nvPr/>
        </p:nvSpPr>
        <p:spPr>
          <a:xfrm>
            <a:off x="422849" y="2714625"/>
            <a:ext cx="4086225" cy="1945074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8" name="Google Shape;308;p35">
            <a:extLst>
              <a:ext uri="{FF2B5EF4-FFF2-40B4-BE49-F238E27FC236}">
                <a16:creationId xmlns:a16="http://schemas.microsoft.com/office/drawing/2014/main" id="{4CC8DE70-27E2-2CA3-CBE2-BE63262846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48725" y="483801"/>
            <a:ext cx="268995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Реализация</a:t>
            </a:r>
            <a:endParaRPr dirty="0"/>
          </a:p>
        </p:txBody>
      </p:sp>
      <p:sp>
        <p:nvSpPr>
          <p:cNvPr id="309" name="Google Shape;309;p35">
            <a:extLst>
              <a:ext uri="{FF2B5EF4-FFF2-40B4-BE49-F238E27FC236}">
                <a16:creationId xmlns:a16="http://schemas.microsoft.com/office/drawing/2014/main" id="{00C3ECFD-C930-43B9-8D07-866BA22714D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39252" y="3209000"/>
            <a:ext cx="3838662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Сервис позволяет автоматизировать процесс обработки вакансий и резюме, упрощая жизнь обеим сторонам – интервьюер может по требованиям своей вакансии легко оценить любое резюме буквально за 5 секунд, а кандидат может проверить соответствие своего резюме вакансии</a:t>
            </a:r>
            <a:endParaRPr dirty="0"/>
          </a:p>
        </p:txBody>
      </p:sp>
      <p:sp>
        <p:nvSpPr>
          <p:cNvPr id="313" name="Google Shape;313;p35">
            <a:extLst>
              <a:ext uri="{FF2B5EF4-FFF2-40B4-BE49-F238E27FC236}">
                <a16:creationId xmlns:a16="http://schemas.microsoft.com/office/drawing/2014/main" id="{1EB4842D-161F-4836-44AF-F101B7827064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539253" y="2817835"/>
            <a:ext cx="3952637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Скрининг вакансий и резюме</a:t>
            </a:r>
            <a:endParaRPr dirty="0"/>
          </a:p>
        </p:txBody>
      </p:sp>
      <p:sp>
        <p:nvSpPr>
          <p:cNvPr id="2" name="Google Shape;275;p32">
            <a:extLst>
              <a:ext uri="{FF2B5EF4-FFF2-40B4-BE49-F238E27FC236}">
                <a16:creationId xmlns:a16="http://schemas.microsoft.com/office/drawing/2014/main" id="{911E172E-D271-681A-F32D-F5C0D1DF9134}"/>
              </a:ext>
            </a:extLst>
          </p:cNvPr>
          <p:cNvSpPr txBox="1">
            <a:spLocks/>
          </p:cNvSpPr>
          <p:nvPr/>
        </p:nvSpPr>
        <p:spPr>
          <a:xfrm>
            <a:off x="668852" y="166107"/>
            <a:ext cx="1178997" cy="11520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" sz="6000" b="1" dirty="0">
                <a:solidFill>
                  <a:schemeClr val="bg2"/>
                </a:solidFill>
                <a:latin typeface="Montserrat" panose="00000500000000000000" pitchFamily="2" charset="-52"/>
              </a:rPr>
              <a:t>0</a:t>
            </a:r>
            <a:r>
              <a:rPr lang="ru-RU" sz="6000" b="1" dirty="0">
                <a:solidFill>
                  <a:schemeClr val="bg2"/>
                </a:solidFill>
                <a:latin typeface="Montserrat" panose="00000500000000000000" pitchFamily="2" charset="-52"/>
              </a:rPr>
              <a:t>3</a:t>
            </a:r>
            <a:endParaRPr lang="en" sz="6000" b="1" dirty="0">
              <a:solidFill>
                <a:schemeClr val="bg2"/>
              </a:solidFill>
              <a:latin typeface="Montserrat" panose="00000500000000000000" pitchFamily="2" charset="-5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E4EA78-B8F6-BC41-6331-9356ACFC8918}"/>
              </a:ext>
            </a:extLst>
          </p:cNvPr>
          <p:cNvSpPr txBox="1"/>
          <p:nvPr/>
        </p:nvSpPr>
        <p:spPr>
          <a:xfrm>
            <a:off x="2401789" y="1531620"/>
            <a:ext cx="43361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rgbClr val="0070C0"/>
                </a:solidFill>
                <a:latin typeface="Montserrat" panose="00000500000000000000" pitchFamily="2" charset="-52"/>
              </a:rPr>
              <a:t>Бизнес-логика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F917186-002D-102E-05A5-9F37BF5886DC}"/>
              </a:ext>
            </a:extLst>
          </p:cNvPr>
          <p:cNvSpPr/>
          <p:nvPr/>
        </p:nvSpPr>
        <p:spPr>
          <a:xfrm>
            <a:off x="4729649" y="2714625"/>
            <a:ext cx="4086225" cy="1945074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Google Shape;309;p35">
            <a:extLst>
              <a:ext uri="{FF2B5EF4-FFF2-40B4-BE49-F238E27FC236}">
                <a16:creationId xmlns:a16="http://schemas.microsoft.com/office/drawing/2014/main" id="{5331EE04-BCC0-AD06-B7EC-46E67649EC3E}"/>
              </a:ext>
            </a:extLst>
          </p:cNvPr>
          <p:cNvSpPr txBox="1">
            <a:spLocks/>
          </p:cNvSpPr>
          <p:nvPr/>
        </p:nvSpPr>
        <p:spPr>
          <a:xfrm>
            <a:off x="4846052" y="3288200"/>
            <a:ext cx="3484500" cy="12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r"/>
            <a:r>
              <a:rPr lang="en-US" dirty="0"/>
              <a:t>AI </a:t>
            </a:r>
            <a:r>
              <a:rPr lang="ru-RU" dirty="0"/>
              <a:t>агент на основе </a:t>
            </a:r>
            <a:r>
              <a:rPr lang="en-US" dirty="0"/>
              <a:t>LLM </a:t>
            </a:r>
            <a:r>
              <a:rPr lang="ru-RU" dirty="0"/>
              <a:t>позволяет проводить интервью с кандидатом полностью без привлечения интервьюера – агент сам придумает вопросы, сам проведет интервью и проведет оценку разговора, чтобы вынести вердикт по кандидату.</a:t>
            </a:r>
          </a:p>
        </p:txBody>
      </p:sp>
      <p:sp>
        <p:nvSpPr>
          <p:cNvPr id="13" name="Google Shape;313;p35">
            <a:extLst>
              <a:ext uri="{FF2B5EF4-FFF2-40B4-BE49-F238E27FC236}">
                <a16:creationId xmlns:a16="http://schemas.microsoft.com/office/drawing/2014/main" id="{42F4A2EB-FF1D-615E-A307-CE90D17D243A}"/>
              </a:ext>
            </a:extLst>
          </p:cNvPr>
          <p:cNvSpPr txBox="1">
            <a:spLocks/>
          </p:cNvSpPr>
          <p:nvPr/>
        </p:nvSpPr>
        <p:spPr>
          <a:xfrm>
            <a:off x="4846053" y="2817835"/>
            <a:ext cx="3952637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 algn="r"/>
            <a:r>
              <a:rPr lang="ru-RU" dirty="0"/>
              <a:t>Автоматическое интервью</a:t>
            </a:r>
          </a:p>
        </p:txBody>
      </p:sp>
    </p:spTree>
    <p:extLst>
      <p:ext uri="{BB962C8B-B14F-4D97-AF65-F5344CB8AC3E}">
        <p14:creationId xmlns:p14="http://schemas.microsoft.com/office/powerpoint/2010/main" val="328697174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>
          <a:extLst>
            <a:ext uri="{FF2B5EF4-FFF2-40B4-BE49-F238E27FC236}">
              <a16:creationId xmlns:a16="http://schemas.microsoft.com/office/drawing/2014/main" id="{827FD80D-2B78-07F3-ABB1-7D14E6AEF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5">
            <a:extLst>
              <a:ext uri="{FF2B5EF4-FFF2-40B4-BE49-F238E27FC236}">
                <a16:creationId xmlns:a16="http://schemas.microsoft.com/office/drawing/2014/main" id="{EC740095-4D22-8420-2B8B-594937677B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48725" y="483801"/>
            <a:ext cx="268995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Реализация</a:t>
            </a:r>
            <a:endParaRPr dirty="0"/>
          </a:p>
        </p:txBody>
      </p:sp>
      <p:sp>
        <p:nvSpPr>
          <p:cNvPr id="2" name="Google Shape;275;p32">
            <a:extLst>
              <a:ext uri="{FF2B5EF4-FFF2-40B4-BE49-F238E27FC236}">
                <a16:creationId xmlns:a16="http://schemas.microsoft.com/office/drawing/2014/main" id="{30F9A97D-E9C0-17D6-38A7-C9136A6FB01F}"/>
              </a:ext>
            </a:extLst>
          </p:cNvPr>
          <p:cNvSpPr txBox="1">
            <a:spLocks/>
          </p:cNvSpPr>
          <p:nvPr/>
        </p:nvSpPr>
        <p:spPr>
          <a:xfrm>
            <a:off x="668852" y="166107"/>
            <a:ext cx="1178997" cy="11520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" sz="6000" b="1" dirty="0">
                <a:solidFill>
                  <a:schemeClr val="bg2"/>
                </a:solidFill>
                <a:latin typeface="Montserrat" panose="00000500000000000000" pitchFamily="2" charset="-52"/>
              </a:rPr>
              <a:t>0</a:t>
            </a:r>
            <a:r>
              <a:rPr lang="ru-RU" sz="6000" b="1" dirty="0">
                <a:solidFill>
                  <a:schemeClr val="bg2"/>
                </a:solidFill>
                <a:latin typeface="Montserrat" panose="00000500000000000000" pitchFamily="2" charset="-52"/>
              </a:rPr>
              <a:t>3</a:t>
            </a:r>
            <a:endParaRPr lang="en" sz="6000" b="1" dirty="0">
              <a:solidFill>
                <a:schemeClr val="bg2"/>
              </a:solidFill>
              <a:latin typeface="Montserrat" panose="00000500000000000000" pitchFamily="2" charset="-5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49ED86-427C-78DB-E292-791540175A49}"/>
              </a:ext>
            </a:extLst>
          </p:cNvPr>
          <p:cNvSpPr txBox="1"/>
          <p:nvPr/>
        </p:nvSpPr>
        <p:spPr>
          <a:xfrm>
            <a:off x="1518175" y="1720989"/>
            <a:ext cx="61076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Montserrat" panose="00000500000000000000" pitchFamily="2" charset="-52"/>
              </a:rPr>
              <a:t>CV</a:t>
            </a:r>
            <a:endParaRPr lang="ru-RU" sz="4000" b="1" dirty="0">
              <a:solidFill>
                <a:srgbClr val="0070C0"/>
              </a:solidFill>
              <a:latin typeface="Montserrat" panose="00000500000000000000" pitchFamily="2" charset="-52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E8949FF-2DE6-1347-CA7A-7CC716238FC8}"/>
              </a:ext>
            </a:extLst>
          </p:cNvPr>
          <p:cNvSpPr/>
          <p:nvPr/>
        </p:nvSpPr>
        <p:spPr>
          <a:xfrm>
            <a:off x="2715138" y="2714625"/>
            <a:ext cx="3698679" cy="1945074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Google Shape;309;p35">
            <a:extLst>
              <a:ext uri="{FF2B5EF4-FFF2-40B4-BE49-F238E27FC236}">
                <a16:creationId xmlns:a16="http://schemas.microsoft.com/office/drawing/2014/main" id="{4B04479A-E6F9-1329-76E8-EF9371A1FC88}"/>
              </a:ext>
            </a:extLst>
          </p:cNvPr>
          <p:cNvSpPr txBox="1">
            <a:spLocks/>
          </p:cNvSpPr>
          <p:nvPr/>
        </p:nvSpPr>
        <p:spPr>
          <a:xfrm>
            <a:off x="2829749" y="3286635"/>
            <a:ext cx="3484500" cy="12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ctr"/>
            <a:r>
              <a:rPr lang="ru-RU" dirty="0" err="1"/>
              <a:t>Дообученные</a:t>
            </a:r>
            <a:r>
              <a:rPr lang="ru-RU" dirty="0"/>
              <a:t> модели YOLO 11x позволяют анализировать поведение </a:t>
            </a:r>
            <a:r>
              <a:rPr lang="ru-RU" dirty="0" err="1"/>
              <a:t>собеседуемого</a:t>
            </a:r>
            <a:r>
              <a:rPr lang="ru-RU" dirty="0"/>
              <a:t> во время интервью, обнаруживая списывание или подозрительные действия (реализованы обнаружение людей в кадре, наблюдение за взглядом и обработка временного ряда для стабильной детекции)</a:t>
            </a:r>
          </a:p>
        </p:txBody>
      </p:sp>
      <p:sp>
        <p:nvSpPr>
          <p:cNvPr id="12" name="Google Shape;313;p35">
            <a:extLst>
              <a:ext uri="{FF2B5EF4-FFF2-40B4-BE49-F238E27FC236}">
                <a16:creationId xmlns:a16="http://schemas.microsoft.com/office/drawing/2014/main" id="{5AEDD056-804F-7DFA-EE8A-D3039C6EB96A}"/>
              </a:ext>
            </a:extLst>
          </p:cNvPr>
          <p:cNvSpPr txBox="1">
            <a:spLocks/>
          </p:cNvSpPr>
          <p:nvPr/>
        </p:nvSpPr>
        <p:spPr>
          <a:xfrm>
            <a:off x="2829750" y="2816270"/>
            <a:ext cx="34845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 algn="ctr"/>
            <a:r>
              <a:rPr lang="ru-RU" dirty="0"/>
              <a:t>Система </a:t>
            </a:r>
            <a:r>
              <a:rPr lang="ru-RU" dirty="0" err="1"/>
              <a:t>прокторинга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2114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>
          <a:extLst>
            <a:ext uri="{FF2B5EF4-FFF2-40B4-BE49-F238E27FC236}">
              <a16:creationId xmlns:a16="http://schemas.microsoft.com/office/drawing/2014/main" id="{F8ED6238-9F67-BA19-A90C-6A78F31EB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129F56B-897D-EEE4-425D-25471DE3E66B}"/>
              </a:ext>
            </a:extLst>
          </p:cNvPr>
          <p:cNvSpPr/>
          <p:nvPr/>
        </p:nvSpPr>
        <p:spPr>
          <a:xfrm>
            <a:off x="422849" y="2714625"/>
            <a:ext cx="4086225" cy="1945074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8" name="Google Shape;308;p35">
            <a:extLst>
              <a:ext uri="{FF2B5EF4-FFF2-40B4-BE49-F238E27FC236}">
                <a16:creationId xmlns:a16="http://schemas.microsoft.com/office/drawing/2014/main" id="{5C28B1B9-143A-E715-BFC0-D5605A68D1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48725" y="483801"/>
            <a:ext cx="268995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Реализация</a:t>
            </a:r>
            <a:endParaRPr dirty="0"/>
          </a:p>
        </p:txBody>
      </p:sp>
      <p:sp>
        <p:nvSpPr>
          <p:cNvPr id="309" name="Google Shape;309;p35">
            <a:extLst>
              <a:ext uri="{FF2B5EF4-FFF2-40B4-BE49-F238E27FC236}">
                <a16:creationId xmlns:a16="http://schemas.microsoft.com/office/drawing/2014/main" id="{D6EA1C3A-BBFC-7956-3C7A-7263A27BD04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39252" y="3209000"/>
            <a:ext cx="3969822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Оценка вакансий и резюме проводится </a:t>
            </a:r>
            <a:r>
              <a:rPr lang="en-US" dirty="0"/>
              <a:t>LLM</a:t>
            </a:r>
            <a:r>
              <a:rPr lang="ru-RU" dirty="0"/>
              <a:t> с использованием библиотеки </a:t>
            </a:r>
            <a:r>
              <a:rPr lang="en-US" dirty="0" err="1"/>
              <a:t>contextgem</a:t>
            </a:r>
            <a:r>
              <a:rPr lang="en-US" dirty="0"/>
              <a:t> – </a:t>
            </a:r>
            <a:r>
              <a:rPr lang="ru-RU" dirty="0"/>
              <a:t>она позволяет писать удобные экстракторы контекста из документов, что позволяет</a:t>
            </a:r>
            <a:r>
              <a:rPr lang="en-US" dirty="0"/>
              <a:t> </a:t>
            </a:r>
            <a:r>
              <a:rPr lang="ru-RU" dirty="0"/>
              <a:t>быть уверенным в поведении модели (она вычленит именно то, что нужно, приведет обоснования выбора, и при оценке автоматически </a:t>
            </a:r>
            <a:r>
              <a:rPr lang="ru-RU" dirty="0" err="1"/>
              <a:t>отранжирует</a:t>
            </a:r>
            <a:r>
              <a:rPr lang="ru-RU" dirty="0"/>
              <a:t> пользователя)</a:t>
            </a:r>
            <a:endParaRPr dirty="0"/>
          </a:p>
        </p:txBody>
      </p:sp>
      <p:sp>
        <p:nvSpPr>
          <p:cNvPr id="313" name="Google Shape;313;p35">
            <a:extLst>
              <a:ext uri="{FF2B5EF4-FFF2-40B4-BE49-F238E27FC236}">
                <a16:creationId xmlns:a16="http://schemas.microsoft.com/office/drawing/2014/main" id="{C11A547C-A041-63F6-450B-3F9CB869A77E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539253" y="2817835"/>
            <a:ext cx="3952637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Оценка вакансий и резюме</a:t>
            </a:r>
            <a:endParaRPr dirty="0"/>
          </a:p>
        </p:txBody>
      </p:sp>
      <p:sp>
        <p:nvSpPr>
          <p:cNvPr id="2" name="Google Shape;275;p32">
            <a:extLst>
              <a:ext uri="{FF2B5EF4-FFF2-40B4-BE49-F238E27FC236}">
                <a16:creationId xmlns:a16="http://schemas.microsoft.com/office/drawing/2014/main" id="{0CB9EE23-0C11-BC47-2BEF-10437EE0FE5F}"/>
              </a:ext>
            </a:extLst>
          </p:cNvPr>
          <p:cNvSpPr txBox="1">
            <a:spLocks/>
          </p:cNvSpPr>
          <p:nvPr/>
        </p:nvSpPr>
        <p:spPr>
          <a:xfrm>
            <a:off x="668852" y="166107"/>
            <a:ext cx="1178997" cy="11520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" sz="6000" b="1" dirty="0">
                <a:solidFill>
                  <a:schemeClr val="bg2"/>
                </a:solidFill>
                <a:latin typeface="Montserrat" panose="00000500000000000000" pitchFamily="2" charset="-52"/>
              </a:rPr>
              <a:t>0</a:t>
            </a:r>
            <a:r>
              <a:rPr lang="ru-RU" sz="6000" b="1" dirty="0">
                <a:solidFill>
                  <a:schemeClr val="bg2"/>
                </a:solidFill>
                <a:latin typeface="Montserrat" panose="00000500000000000000" pitchFamily="2" charset="-52"/>
              </a:rPr>
              <a:t>3</a:t>
            </a:r>
            <a:endParaRPr lang="en" sz="6000" b="1" dirty="0">
              <a:solidFill>
                <a:schemeClr val="bg2"/>
              </a:solidFill>
              <a:latin typeface="Montserrat" panose="00000500000000000000" pitchFamily="2" charset="-5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03D513-62E7-2952-1935-AA5A9F05A9BC}"/>
              </a:ext>
            </a:extLst>
          </p:cNvPr>
          <p:cNvSpPr txBox="1"/>
          <p:nvPr/>
        </p:nvSpPr>
        <p:spPr>
          <a:xfrm>
            <a:off x="2401789" y="1531620"/>
            <a:ext cx="43361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Montserrat" panose="00000500000000000000" pitchFamily="2" charset="-52"/>
              </a:rPr>
              <a:t>LLMs</a:t>
            </a:r>
            <a:endParaRPr lang="ru-RU" sz="4000" b="1" dirty="0">
              <a:solidFill>
                <a:srgbClr val="0070C0"/>
              </a:solidFill>
              <a:latin typeface="Montserrat" panose="00000500000000000000" pitchFamily="2" charset="-52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AFD0757-5A41-2ED1-9B4A-19C60378985D}"/>
              </a:ext>
            </a:extLst>
          </p:cNvPr>
          <p:cNvSpPr/>
          <p:nvPr/>
        </p:nvSpPr>
        <p:spPr>
          <a:xfrm>
            <a:off x="4729649" y="2714625"/>
            <a:ext cx="4086225" cy="1945074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Google Shape;309;p35">
            <a:extLst>
              <a:ext uri="{FF2B5EF4-FFF2-40B4-BE49-F238E27FC236}">
                <a16:creationId xmlns:a16="http://schemas.microsoft.com/office/drawing/2014/main" id="{9CB18C58-0141-71FC-C657-DF38B409605F}"/>
              </a:ext>
            </a:extLst>
          </p:cNvPr>
          <p:cNvSpPr txBox="1">
            <a:spLocks/>
          </p:cNvSpPr>
          <p:nvPr/>
        </p:nvSpPr>
        <p:spPr>
          <a:xfrm>
            <a:off x="4932452" y="3284035"/>
            <a:ext cx="3484500" cy="12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r"/>
            <a:r>
              <a:rPr lang="en-US" dirty="0"/>
              <a:t>LLM </a:t>
            </a:r>
            <a:r>
              <a:rPr lang="ru-RU" dirty="0"/>
              <a:t>с помощью усиленного </a:t>
            </a:r>
            <a:r>
              <a:rPr lang="ru-RU" dirty="0" err="1"/>
              <a:t>промптинга</a:t>
            </a:r>
            <a:r>
              <a:rPr lang="ru-RU" dirty="0"/>
              <a:t> самостоятельно проводит интервью, не позволяя пользователю сбить ее с пути – модель уверенно будет следовать своему плану, основанному на требованиях вакансии.  </a:t>
            </a:r>
          </a:p>
        </p:txBody>
      </p:sp>
      <p:sp>
        <p:nvSpPr>
          <p:cNvPr id="13" name="Google Shape;313;p35">
            <a:extLst>
              <a:ext uri="{FF2B5EF4-FFF2-40B4-BE49-F238E27FC236}">
                <a16:creationId xmlns:a16="http://schemas.microsoft.com/office/drawing/2014/main" id="{3D758305-6717-6D8E-C62F-54976CB2EDAC}"/>
              </a:ext>
            </a:extLst>
          </p:cNvPr>
          <p:cNvSpPr txBox="1">
            <a:spLocks/>
          </p:cNvSpPr>
          <p:nvPr/>
        </p:nvSpPr>
        <p:spPr>
          <a:xfrm>
            <a:off x="4846053" y="2817835"/>
            <a:ext cx="3952637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 algn="r"/>
            <a:r>
              <a:rPr lang="ru-RU" dirty="0"/>
              <a:t>Проведение интервью</a:t>
            </a:r>
          </a:p>
        </p:txBody>
      </p:sp>
    </p:spTree>
    <p:extLst>
      <p:ext uri="{BB962C8B-B14F-4D97-AF65-F5344CB8AC3E}">
        <p14:creationId xmlns:p14="http://schemas.microsoft.com/office/powerpoint/2010/main" val="656377294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>
          <a:extLst>
            <a:ext uri="{FF2B5EF4-FFF2-40B4-BE49-F238E27FC236}">
              <a16:creationId xmlns:a16="http://schemas.microsoft.com/office/drawing/2014/main" id="{A4DAC55D-4C69-35A6-546E-34F98AD50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5">
            <a:extLst>
              <a:ext uri="{FF2B5EF4-FFF2-40B4-BE49-F238E27FC236}">
                <a16:creationId xmlns:a16="http://schemas.microsoft.com/office/drawing/2014/main" id="{05284A98-B89B-5000-56E4-2F5B4E89EB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48725" y="483801"/>
            <a:ext cx="268995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Реализация</a:t>
            </a:r>
            <a:endParaRPr dirty="0"/>
          </a:p>
        </p:txBody>
      </p:sp>
      <p:sp>
        <p:nvSpPr>
          <p:cNvPr id="2" name="Google Shape;275;p32">
            <a:extLst>
              <a:ext uri="{FF2B5EF4-FFF2-40B4-BE49-F238E27FC236}">
                <a16:creationId xmlns:a16="http://schemas.microsoft.com/office/drawing/2014/main" id="{EA6B3A5E-4007-0601-0641-3C8139390398}"/>
              </a:ext>
            </a:extLst>
          </p:cNvPr>
          <p:cNvSpPr txBox="1">
            <a:spLocks/>
          </p:cNvSpPr>
          <p:nvPr/>
        </p:nvSpPr>
        <p:spPr>
          <a:xfrm>
            <a:off x="668852" y="166107"/>
            <a:ext cx="1178997" cy="11520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" sz="6000" b="1" dirty="0">
                <a:solidFill>
                  <a:schemeClr val="bg2"/>
                </a:solidFill>
                <a:latin typeface="Montserrat" panose="00000500000000000000" pitchFamily="2" charset="-52"/>
              </a:rPr>
              <a:t>0</a:t>
            </a:r>
            <a:r>
              <a:rPr lang="ru-RU" sz="6000" b="1" dirty="0">
                <a:solidFill>
                  <a:schemeClr val="bg2"/>
                </a:solidFill>
                <a:latin typeface="Montserrat" panose="00000500000000000000" pitchFamily="2" charset="-52"/>
              </a:rPr>
              <a:t>3</a:t>
            </a:r>
            <a:endParaRPr lang="en" sz="6000" b="1" dirty="0">
              <a:solidFill>
                <a:schemeClr val="bg2"/>
              </a:solidFill>
              <a:latin typeface="Montserrat" panose="00000500000000000000" pitchFamily="2" charset="-5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E849E8-1CD4-6014-80B7-302E24B88808}"/>
              </a:ext>
            </a:extLst>
          </p:cNvPr>
          <p:cNvSpPr txBox="1"/>
          <p:nvPr/>
        </p:nvSpPr>
        <p:spPr>
          <a:xfrm>
            <a:off x="1518175" y="1720989"/>
            <a:ext cx="61076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Montserrat" panose="00000500000000000000" pitchFamily="2" charset="-52"/>
              </a:rPr>
              <a:t>seq2seq</a:t>
            </a:r>
            <a:endParaRPr lang="ru-RU" sz="4000" b="1" dirty="0">
              <a:solidFill>
                <a:srgbClr val="0070C0"/>
              </a:solidFill>
              <a:latin typeface="Montserrat" panose="00000500000000000000" pitchFamily="2" charset="-52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B220E1C-0158-0414-CF12-42364DAC553E}"/>
              </a:ext>
            </a:extLst>
          </p:cNvPr>
          <p:cNvSpPr/>
          <p:nvPr/>
        </p:nvSpPr>
        <p:spPr>
          <a:xfrm>
            <a:off x="2715138" y="2714625"/>
            <a:ext cx="3698679" cy="1945074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Google Shape;309;p35">
            <a:extLst>
              <a:ext uri="{FF2B5EF4-FFF2-40B4-BE49-F238E27FC236}">
                <a16:creationId xmlns:a16="http://schemas.microsoft.com/office/drawing/2014/main" id="{D689BB9B-5AE1-E1F8-EBF9-AA7B885F6C85}"/>
              </a:ext>
            </a:extLst>
          </p:cNvPr>
          <p:cNvSpPr txBox="1">
            <a:spLocks/>
          </p:cNvSpPr>
          <p:nvPr/>
        </p:nvSpPr>
        <p:spPr>
          <a:xfrm>
            <a:off x="2829749" y="3286635"/>
            <a:ext cx="3484500" cy="12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ctr"/>
            <a:r>
              <a:rPr lang="ru-RU" dirty="0"/>
              <a:t>Использование библиотек </a:t>
            </a:r>
            <a:r>
              <a:rPr lang="en-US" dirty="0" err="1"/>
              <a:t>RealtimeSTT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/>
              <a:t>RealtimeTTS</a:t>
            </a:r>
            <a:r>
              <a:rPr lang="ru-RU" dirty="0"/>
              <a:t> позволяет улучшить </a:t>
            </a:r>
            <a:r>
              <a:rPr lang="en-US" dirty="0"/>
              <a:t>user experience </a:t>
            </a:r>
            <a:r>
              <a:rPr lang="ru-RU" dirty="0"/>
              <a:t>– модели обрабатывают входные и выходные данные по мере их появления, что максимально снижает задержку в общении человека и ИИ агента</a:t>
            </a:r>
          </a:p>
        </p:txBody>
      </p:sp>
      <p:sp>
        <p:nvSpPr>
          <p:cNvPr id="12" name="Google Shape;313;p35">
            <a:extLst>
              <a:ext uri="{FF2B5EF4-FFF2-40B4-BE49-F238E27FC236}">
                <a16:creationId xmlns:a16="http://schemas.microsoft.com/office/drawing/2014/main" id="{E6FFECA0-D29C-E3F8-C9DA-89A00D7A70A8}"/>
              </a:ext>
            </a:extLst>
          </p:cNvPr>
          <p:cNvSpPr txBox="1">
            <a:spLocks/>
          </p:cNvSpPr>
          <p:nvPr/>
        </p:nvSpPr>
        <p:spPr>
          <a:xfrm>
            <a:off x="2829750" y="2816270"/>
            <a:ext cx="34845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 algn="ctr"/>
            <a:r>
              <a:rPr lang="en-US" dirty="0"/>
              <a:t>STT + TTS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86314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>
          <a:extLst>
            <a:ext uri="{FF2B5EF4-FFF2-40B4-BE49-F238E27FC236}">
              <a16:creationId xmlns:a16="http://schemas.microsoft.com/office/drawing/2014/main" id="{1E2CB6CD-C629-BE1C-61C1-4AFF21D10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5">
            <a:extLst>
              <a:ext uri="{FF2B5EF4-FFF2-40B4-BE49-F238E27FC236}">
                <a16:creationId xmlns:a16="http://schemas.microsoft.com/office/drawing/2014/main" id="{CD90C222-58B3-3B8C-D5BE-0F2E83D72B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95802" y="483801"/>
            <a:ext cx="623539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Демонстрация</a:t>
            </a:r>
            <a:r>
              <a:rPr lang="en-US" dirty="0"/>
              <a:t> </a:t>
            </a:r>
            <a:r>
              <a:rPr lang="ru-RU" dirty="0"/>
              <a:t>функционала</a:t>
            </a:r>
            <a:endParaRPr dirty="0"/>
          </a:p>
        </p:txBody>
      </p:sp>
      <p:sp>
        <p:nvSpPr>
          <p:cNvPr id="2" name="Google Shape;275;p32">
            <a:extLst>
              <a:ext uri="{FF2B5EF4-FFF2-40B4-BE49-F238E27FC236}">
                <a16:creationId xmlns:a16="http://schemas.microsoft.com/office/drawing/2014/main" id="{FD60BB18-2CA5-D429-D8EF-E61ED60A6082}"/>
              </a:ext>
            </a:extLst>
          </p:cNvPr>
          <p:cNvSpPr txBox="1">
            <a:spLocks/>
          </p:cNvSpPr>
          <p:nvPr/>
        </p:nvSpPr>
        <p:spPr>
          <a:xfrm>
            <a:off x="668852" y="166107"/>
            <a:ext cx="1279873" cy="11520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" sz="6000" b="1" dirty="0">
                <a:solidFill>
                  <a:schemeClr val="bg2"/>
                </a:solidFill>
                <a:latin typeface="Montserrat" panose="00000500000000000000" pitchFamily="2" charset="-52"/>
              </a:rPr>
              <a:t>0</a:t>
            </a:r>
            <a:r>
              <a:rPr lang="ru-RU" sz="6000" b="1" dirty="0">
                <a:solidFill>
                  <a:schemeClr val="bg2"/>
                </a:solidFill>
                <a:latin typeface="Montserrat" panose="00000500000000000000" pitchFamily="2" charset="-52"/>
              </a:rPr>
              <a:t>4</a:t>
            </a:r>
            <a:endParaRPr lang="en" sz="6000" b="1" dirty="0">
              <a:solidFill>
                <a:schemeClr val="bg2"/>
              </a:solidFill>
              <a:latin typeface="Montserrat" panose="00000500000000000000" pitchFamily="2" charset="-52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131257E-AF6B-3BDC-9B64-B3269688F652}"/>
              </a:ext>
            </a:extLst>
          </p:cNvPr>
          <p:cNvSpPr/>
          <p:nvPr/>
        </p:nvSpPr>
        <p:spPr>
          <a:xfrm>
            <a:off x="5090253" y="3668466"/>
            <a:ext cx="566804" cy="1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0B7E6F62-2297-9177-9CD7-803B7C8A6245}"/>
              </a:ext>
            </a:extLst>
          </p:cNvPr>
          <p:cNvSpPr/>
          <p:nvPr/>
        </p:nvSpPr>
        <p:spPr>
          <a:xfrm>
            <a:off x="3500783" y="3663703"/>
            <a:ext cx="559223" cy="1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60C666-BEC7-925D-7921-C97198F3DED3}"/>
              </a:ext>
            </a:extLst>
          </p:cNvPr>
          <p:cNvSpPr txBox="1"/>
          <p:nvPr/>
        </p:nvSpPr>
        <p:spPr>
          <a:xfrm>
            <a:off x="2411310" y="3916360"/>
            <a:ext cx="1349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Montserrat" panose="00000500000000000000" pitchFamily="2" charset="-52"/>
              </a:rPr>
              <a:t>Вебсайт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6B4D4468-8138-A81E-C38E-198A049FB2A0}"/>
              </a:ext>
            </a:extLst>
          </p:cNvPr>
          <p:cNvSpPr/>
          <p:nvPr/>
        </p:nvSpPr>
        <p:spPr>
          <a:xfrm>
            <a:off x="6568906" y="3663703"/>
            <a:ext cx="559223" cy="1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2BF81E-B44C-4CB4-7437-DBA4207B6EDA}"/>
              </a:ext>
            </a:extLst>
          </p:cNvPr>
          <p:cNvSpPr txBox="1"/>
          <p:nvPr/>
        </p:nvSpPr>
        <p:spPr>
          <a:xfrm>
            <a:off x="5612042" y="3911597"/>
            <a:ext cx="11265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Montserrat" panose="00000500000000000000" pitchFamily="2" charset="-52"/>
              </a:rPr>
              <a:t>GitHub</a:t>
            </a:r>
            <a:endParaRPr lang="ru-RU" sz="2000" b="1" dirty="0">
              <a:latin typeface="Montserrat" panose="00000500000000000000" pitchFamily="2" charset="-52"/>
            </a:endParaRPr>
          </a:p>
        </p:txBody>
      </p:sp>
      <p:pic>
        <p:nvPicPr>
          <p:cNvPr id="6" name="Рисунок 5" descr="Изображение выглядит как Графика, фиолетовый, Сирень, Красочност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6D56E09-ED68-200D-0EEF-413466821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9693" y="1777042"/>
            <a:ext cx="2091231" cy="209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219943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>
          <a:extLst>
            <a:ext uri="{FF2B5EF4-FFF2-40B4-BE49-F238E27FC236}">
              <a16:creationId xmlns:a16="http://schemas.microsoft.com/office/drawing/2014/main" id="{4727FFD5-6532-F6F5-97A3-EE1F8E799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5">
            <a:extLst>
              <a:ext uri="{FF2B5EF4-FFF2-40B4-BE49-F238E27FC236}">
                <a16:creationId xmlns:a16="http://schemas.microsoft.com/office/drawing/2014/main" id="{BBEBC8D3-69CF-9F59-B395-3987093CE7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95802" y="483801"/>
            <a:ext cx="623539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Демонстрация</a:t>
            </a:r>
            <a:r>
              <a:rPr lang="en-US" dirty="0"/>
              <a:t> </a:t>
            </a:r>
            <a:r>
              <a:rPr lang="ru-RU" dirty="0"/>
              <a:t>функционала</a:t>
            </a:r>
            <a:endParaRPr dirty="0"/>
          </a:p>
        </p:txBody>
      </p:sp>
      <p:sp>
        <p:nvSpPr>
          <p:cNvPr id="2" name="Google Shape;275;p32">
            <a:extLst>
              <a:ext uri="{FF2B5EF4-FFF2-40B4-BE49-F238E27FC236}">
                <a16:creationId xmlns:a16="http://schemas.microsoft.com/office/drawing/2014/main" id="{CA29097E-76D9-3874-5DBA-ACF1F47C746D}"/>
              </a:ext>
            </a:extLst>
          </p:cNvPr>
          <p:cNvSpPr txBox="1">
            <a:spLocks/>
          </p:cNvSpPr>
          <p:nvPr/>
        </p:nvSpPr>
        <p:spPr>
          <a:xfrm>
            <a:off x="668852" y="166107"/>
            <a:ext cx="1279873" cy="11520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" sz="6000" b="1" dirty="0">
                <a:solidFill>
                  <a:schemeClr val="bg2"/>
                </a:solidFill>
                <a:latin typeface="Montserrat" panose="00000500000000000000" pitchFamily="2" charset="-52"/>
              </a:rPr>
              <a:t>0</a:t>
            </a:r>
            <a:r>
              <a:rPr lang="ru-RU" sz="6000" b="1" dirty="0">
                <a:solidFill>
                  <a:schemeClr val="bg2"/>
                </a:solidFill>
                <a:latin typeface="Montserrat" panose="00000500000000000000" pitchFamily="2" charset="-52"/>
              </a:rPr>
              <a:t>4</a:t>
            </a:r>
            <a:endParaRPr lang="en" sz="6000" b="1" dirty="0">
              <a:solidFill>
                <a:schemeClr val="bg2"/>
              </a:solidFill>
              <a:latin typeface="Montserrat" panose="00000500000000000000" pitchFamily="2" charset="-52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3CF0973-02A7-7DF9-7E7B-5EE3DA81F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133" y="1900800"/>
            <a:ext cx="5177733" cy="25348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702361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>
          <a:extLst>
            <a:ext uri="{FF2B5EF4-FFF2-40B4-BE49-F238E27FC236}">
              <a16:creationId xmlns:a16="http://schemas.microsoft.com/office/drawing/2014/main" id="{5C9E76E1-7FCC-E394-D781-76566A490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5">
            <a:extLst>
              <a:ext uri="{FF2B5EF4-FFF2-40B4-BE49-F238E27FC236}">
                <a16:creationId xmlns:a16="http://schemas.microsoft.com/office/drawing/2014/main" id="{21CE2FBB-86B2-39B0-804C-D4339A9D1E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95802" y="483801"/>
            <a:ext cx="623539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Демонстрация</a:t>
            </a:r>
            <a:r>
              <a:rPr lang="en-US" dirty="0"/>
              <a:t> </a:t>
            </a:r>
            <a:r>
              <a:rPr lang="ru-RU" dirty="0"/>
              <a:t>функционала</a:t>
            </a:r>
            <a:endParaRPr dirty="0"/>
          </a:p>
        </p:txBody>
      </p:sp>
      <p:sp>
        <p:nvSpPr>
          <p:cNvPr id="2" name="Google Shape;275;p32">
            <a:extLst>
              <a:ext uri="{FF2B5EF4-FFF2-40B4-BE49-F238E27FC236}">
                <a16:creationId xmlns:a16="http://schemas.microsoft.com/office/drawing/2014/main" id="{A40611E0-4D5D-A2EC-8C24-5AE1B8FF1346}"/>
              </a:ext>
            </a:extLst>
          </p:cNvPr>
          <p:cNvSpPr txBox="1">
            <a:spLocks/>
          </p:cNvSpPr>
          <p:nvPr/>
        </p:nvSpPr>
        <p:spPr>
          <a:xfrm>
            <a:off x="668852" y="166107"/>
            <a:ext cx="1279873" cy="11520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" sz="6000" b="1" dirty="0">
                <a:solidFill>
                  <a:schemeClr val="bg2"/>
                </a:solidFill>
                <a:latin typeface="Montserrat" panose="00000500000000000000" pitchFamily="2" charset="-52"/>
              </a:rPr>
              <a:t>0</a:t>
            </a:r>
            <a:r>
              <a:rPr lang="ru-RU" sz="6000" b="1" dirty="0">
                <a:solidFill>
                  <a:schemeClr val="bg2"/>
                </a:solidFill>
                <a:latin typeface="Montserrat" panose="00000500000000000000" pitchFamily="2" charset="-52"/>
              </a:rPr>
              <a:t>4</a:t>
            </a:r>
            <a:endParaRPr lang="en" sz="6000" b="1" dirty="0">
              <a:solidFill>
                <a:schemeClr val="bg2"/>
              </a:solidFill>
              <a:latin typeface="Montserrat" panose="00000500000000000000" pitchFamily="2" charset="-52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D818D9B-BA22-0C88-1DE6-E87FB9C88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70" y="2083554"/>
            <a:ext cx="4016203" cy="19672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FB5AE14-812D-9B83-1EAD-E1FF6A96D9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9791" y="1318107"/>
            <a:ext cx="2318893" cy="241538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388560E-F813-D331-82F1-BEF89FCD83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9791" y="3467100"/>
            <a:ext cx="2346550" cy="1371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132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>
          <a:extLst>
            <a:ext uri="{FF2B5EF4-FFF2-40B4-BE49-F238E27FC236}">
              <a16:creationId xmlns:a16="http://schemas.microsoft.com/office/drawing/2014/main" id="{8F9C4490-E01E-44CD-5CE0-E86FCA010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5">
            <a:extLst>
              <a:ext uri="{FF2B5EF4-FFF2-40B4-BE49-F238E27FC236}">
                <a16:creationId xmlns:a16="http://schemas.microsoft.com/office/drawing/2014/main" id="{CA2BC7AD-8D96-0981-E812-6B1DDC6DEA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95802" y="483801"/>
            <a:ext cx="623539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Демонстрация</a:t>
            </a:r>
            <a:r>
              <a:rPr lang="en-US" dirty="0"/>
              <a:t> </a:t>
            </a:r>
            <a:r>
              <a:rPr lang="ru-RU" dirty="0"/>
              <a:t>функционала</a:t>
            </a:r>
            <a:endParaRPr dirty="0"/>
          </a:p>
        </p:txBody>
      </p:sp>
      <p:sp>
        <p:nvSpPr>
          <p:cNvPr id="2" name="Google Shape;275;p32">
            <a:extLst>
              <a:ext uri="{FF2B5EF4-FFF2-40B4-BE49-F238E27FC236}">
                <a16:creationId xmlns:a16="http://schemas.microsoft.com/office/drawing/2014/main" id="{5BA95616-4881-3604-0ADE-CD67150989A6}"/>
              </a:ext>
            </a:extLst>
          </p:cNvPr>
          <p:cNvSpPr txBox="1">
            <a:spLocks/>
          </p:cNvSpPr>
          <p:nvPr/>
        </p:nvSpPr>
        <p:spPr>
          <a:xfrm>
            <a:off x="668852" y="166107"/>
            <a:ext cx="1279873" cy="11520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" sz="6000" b="1" dirty="0">
                <a:solidFill>
                  <a:schemeClr val="bg2"/>
                </a:solidFill>
                <a:latin typeface="Montserrat" panose="00000500000000000000" pitchFamily="2" charset="-52"/>
              </a:rPr>
              <a:t>0</a:t>
            </a:r>
            <a:r>
              <a:rPr lang="ru-RU" sz="6000" b="1" dirty="0">
                <a:solidFill>
                  <a:schemeClr val="bg2"/>
                </a:solidFill>
                <a:latin typeface="Montserrat" panose="00000500000000000000" pitchFamily="2" charset="-52"/>
              </a:rPr>
              <a:t>4</a:t>
            </a:r>
            <a:endParaRPr lang="en" sz="6000" b="1" dirty="0">
              <a:solidFill>
                <a:schemeClr val="bg2"/>
              </a:solidFill>
              <a:latin typeface="Montserrat" panose="00000500000000000000" pitchFamily="2" charset="-52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3250AAE-8663-61AC-55AA-B084A365E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454" y="2086920"/>
            <a:ext cx="4026546" cy="19723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C1A9670-1C4A-C03F-1295-7A917A9A4D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6940" y="2084110"/>
            <a:ext cx="4026546" cy="197516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544195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>
          <a:extLst>
            <a:ext uri="{FF2B5EF4-FFF2-40B4-BE49-F238E27FC236}">
              <a16:creationId xmlns:a16="http://schemas.microsoft.com/office/drawing/2014/main" id="{47AB4814-321F-BDCB-F5EC-09469A497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5">
            <a:extLst>
              <a:ext uri="{FF2B5EF4-FFF2-40B4-BE49-F238E27FC236}">
                <a16:creationId xmlns:a16="http://schemas.microsoft.com/office/drawing/2014/main" id="{169F5249-318C-E066-4091-1245F49BDF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95802" y="483801"/>
            <a:ext cx="623539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Демонстрация</a:t>
            </a:r>
            <a:r>
              <a:rPr lang="en-US" dirty="0"/>
              <a:t> </a:t>
            </a:r>
            <a:r>
              <a:rPr lang="ru-RU" dirty="0"/>
              <a:t>функционала</a:t>
            </a:r>
            <a:endParaRPr dirty="0"/>
          </a:p>
        </p:txBody>
      </p:sp>
      <p:sp>
        <p:nvSpPr>
          <p:cNvPr id="2" name="Google Shape;275;p32">
            <a:extLst>
              <a:ext uri="{FF2B5EF4-FFF2-40B4-BE49-F238E27FC236}">
                <a16:creationId xmlns:a16="http://schemas.microsoft.com/office/drawing/2014/main" id="{D99D33FF-7E77-798A-7C60-21810D7951DE}"/>
              </a:ext>
            </a:extLst>
          </p:cNvPr>
          <p:cNvSpPr txBox="1">
            <a:spLocks/>
          </p:cNvSpPr>
          <p:nvPr/>
        </p:nvSpPr>
        <p:spPr>
          <a:xfrm>
            <a:off x="668852" y="166107"/>
            <a:ext cx="1279873" cy="11520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" sz="6000" b="1" dirty="0">
                <a:solidFill>
                  <a:schemeClr val="bg2"/>
                </a:solidFill>
                <a:latin typeface="Montserrat" panose="00000500000000000000" pitchFamily="2" charset="-52"/>
              </a:rPr>
              <a:t>0</a:t>
            </a:r>
            <a:r>
              <a:rPr lang="ru-RU" sz="6000" b="1" dirty="0">
                <a:solidFill>
                  <a:schemeClr val="bg2"/>
                </a:solidFill>
                <a:latin typeface="Montserrat" panose="00000500000000000000" pitchFamily="2" charset="-52"/>
              </a:rPr>
              <a:t>4</a:t>
            </a:r>
            <a:endParaRPr lang="en" sz="6000" b="1" dirty="0">
              <a:solidFill>
                <a:schemeClr val="bg2"/>
              </a:solidFill>
              <a:latin typeface="Montserrat" panose="00000500000000000000" pitchFamily="2" charset="-52"/>
            </a:endParaRPr>
          </a:p>
        </p:txBody>
      </p:sp>
      <p:pic>
        <p:nvPicPr>
          <p:cNvPr id="4" name="Рисунок 3" descr="Изображение выглядит как текст, программное обеспечение, Веб-сайт, веб-страниц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E266201-3442-4EFA-3421-F0130877B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010" y="1756634"/>
            <a:ext cx="5935980" cy="29030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648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>
          <a:extLst>
            <a:ext uri="{FF2B5EF4-FFF2-40B4-BE49-F238E27FC236}">
              <a16:creationId xmlns:a16="http://schemas.microsoft.com/office/drawing/2014/main" id="{87E09ECD-9C70-4817-6877-A6E06A25D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5">
            <a:extLst>
              <a:ext uri="{FF2B5EF4-FFF2-40B4-BE49-F238E27FC236}">
                <a16:creationId xmlns:a16="http://schemas.microsoft.com/office/drawing/2014/main" id="{9C1B7A60-E481-7EF1-DAE6-43C7EE6EA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3084" y="2390082"/>
            <a:ext cx="623539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Результаты работы</a:t>
            </a:r>
            <a:endParaRPr dirty="0"/>
          </a:p>
        </p:txBody>
      </p:sp>
      <p:sp>
        <p:nvSpPr>
          <p:cNvPr id="2" name="Google Shape;275;p32">
            <a:extLst>
              <a:ext uri="{FF2B5EF4-FFF2-40B4-BE49-F238E27FC236}">
                <a16:creationId xmlns:a16="http://schemas.microsoft.com/office/drawing/2014/main" id="{09F35854-DF7D-AF6E-BF7E-C490CD571DBF}"/>
              </a:ext>
            </a:extLst>
          </p:cNvPr>
          <p:cNvSpPr txBox="1">
            <a:spLocks/>
          </p:cNvSpPr>
          <p:nvPr/>
        </p:nvSpPr>
        <p:spPr>
          <a:xfrm>
            <a:off x="590130" y="2160987"/>
            <a:ext cx="1279873" cy="11520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None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" sz="6000" b="1" dirty="0">
                <a:solidFill>
                  <a:schemeClr val="bg2"/>
                </a:solidFill>
                <a:latin typeface="Montserrat" panose="00000500000000000000" pitchFamily="2" charset="-52"/>
              </a:rPr>
              <a:t>0</a:t>
            </a:r>
            <a:r>
              <a:rPr lang="ru-RU" sz="6000" b="1" dirty="0">
                <a:solidFill>
                  <a:schemeClr val="bg2"/>
                </a:solidFill>
                <a:latin typeface="Montserrat" panose="00000500000000000000" pitchFamily="2" charset="-52"/>
              </a:rPr>
              <a:t>5</a:t>
            </a:r>
            <a:endParaRPr lang="en" sz="6000" b="1" dirty="0">
              <a:solidFill>
                <a:schemeClr val="bg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650043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47"/>
          <p:cNvGrpSpPr/>
          <p:nvPr/>
        </p:nvGrpSpPr>
        <p:grpSpPr>
          <a:xfrm>
            <a:off x="540518" y="1276533"/>
            <a:ext cx="345413" cy="564911"/>
            <a:chOff x="-3731650" y="1563039"/>
            <a:chExt cx="1041657" cy="1703592"/>
          </a:xfrm>
        </p:grpSpPr>
        <p:sp>
          <p:nvSpPr>
            <p:cNvPr id="496" name="Google Shape;496;p47"/>
            <p:cNvSpPr/>
            <p:nvPr/>
          </p:nvSpPr>
          <p:spPr>
            <a:xfrm>
              <a:off x="-3546625" y="1563039"/>
              <a:ext cx="856631" cy="735533"/>
            </a:xfrm>
            <a:custGeom>
              <a:avLst/>
              <a:gdLst/>
              <a:ahLst/>
              <a:cxnLst/>
              <a:rect l="l" t="t" r="r" b="b"/>
              <a:pathLst>
                <a:path w="8241" h="7076" extrusionOk="0">
                  <a:moveTo>
                    <a:pt x="4018" y="0"/>
                  </a:moveTo>
                  <a:lnTo>
                    <a:pt x="1" y="7076"/>
                  </a:lnTo>
                  <a:lnTo>
                    <a:pt x="8241" y="6642"/>
                  </a:lnTo>
                  <a:close/>
                </a:path>
              </a:pathLst>
            </a:custGeom>
            <a:solidFill>
              <a:srgbClr val="ACC9FF">
                <a:alpha val="5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47"/>
            <p:cNvSpPr/>
            <p:nvPr/>
          </p:nvSpPr>
          <p:spPr>
            <a:xfrm>
              <a:off x="-3731650" y="1563039"/>
              <a:ext cx="602792" cy="735533"/>
            </a:xfrm>
            <a:custGeom>
              <a:avLst/>
              <a:gdLst/>
              <a:ahLst/>
              <a:cxnLst/>
              <a:rect l="l" t="t" r="r" b="b"/>
              <a:pathLst>
                <a:path w="5799" h="7076" extrusionOk="0">
                  <a:moveTo>
                    <a:pt x="5798" y="0"/>
                  </a:moveTo>
                  <a:lnTo>
                    <a:pt x="3744" y="0"/>
                  </a:lnTo>
                  <a:lnTo>
                    <a:pt x="0" y="6665"/>
                  </a:lnTo>
                  <a:lnTo>
                    <a:pt x="1781" y="7076"/>
                  </a:lnTo>
                  <a:close/>
                </a:path>
              </a:pathLst>
            </a:custGeom>
            <a:gradFill>
              <a:gsLst>
                <a:gs pos="0">
                  <a:schemeClr val="dk2">
                    <a:alpha val="59730"/>
                  </a:schemeClr>
                </a:gs>
                <a:gs pos="100000">
                  <a:schemeClr val="lt2">
                    <a:alpha val="59730"/>
                  </a:scheme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47"/>
            <p:cNvSpPr/>
            <p:nvPr/>
          </p:nvSpPr>
          <p:spPr>
            <a:xfrm>
              <a:off x="-3292682" y="2262914"/>
              <a:ext cx="391570" cy="1003717"/>
            </a:xfrm>
            <a:custGeom>
              <a:avLst/>
              <a:gdLst/>
              <a:ahLst/>
              <a:cxnLst/>
              <a:rect l="l" t="t" r="r" b="b"/>
              <a:pathLst>
                <a:path w="3767" h="9656" extrusionOk="0">
                  <a:moveTo>
                    <a:pt x="3766" y="8720"/>
                  </a:moveTo>
                  <a:lnTo>
                    <a:pt x="0" y="9656"/>
                  </a:lnTo>
                  <a:lnTo>
                    <a:pt x="0" y="206"/>
                  </a:lnTo>
                  <a:lnTo>
                    <a:pt x="3766" y="1"/>
                  </a:lnTo>
                  <a:close/>
                </a:path>
              </a:pathLst>
            </a:custGeom>
            <a:solidFill>
              <a:srgbClr val="ACC9FF">
                <a:alpha val="5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47"/>
            <p:cNvSpPr/>
            <p:nvPr/>
          </p:nvSpPr>
          <p:spPr>
            <a:xfrm>
              <a:off x="-3513362" y="2284223"/>
              <a:ext cx="220784" cy="982408"/>
            </a:xfrm>
            <a:custGeom>
              <a:avLst/>
              <a:gdLst/>
              <a:ahLst/>
              <a:cxnLst/>
              <a:rect l="l" t="t" r="r" b="b"/>
              <a:pathLst>
                <a:path w="2124" h="9451" extrusionOk="0">
                  <a:moveTo>
                    <a:pt x="2123" y="9451"/>
                  </a:moveTo>
                  <a:lnTo>
                    <a:pt x="0" y="8994"/>
                  </a:lnTo>
                  <a:lnTo>
                    <a:pt x="0" y="115"/>
                  </a:lnTo>
                  <a:lnTo>
                    <a:pt x="2123" y="1"/>
                  </a:lnTo>
                  <a:close/>
                </a:path>
              </a:pathLst>
            </a:custGeom>
            <a:gradFill>
              <a:gsLst>
                <a:gs pos="0">
                  <a:schemeClr val="dk2">
                    <a:alpha val="59730"/>
                  </a:schemeClr>
                </a:gs>
                <a:gs pos="100000">
                  <a:schemeClr val="lt2">
                    <a:alpha val="59730"/>
                  </a:scheme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47"/>
            <p:cNvSpPr/>
            <p:nvPr/>
          </p:nvSpPr>
          <p:spPr>
            <a:xfrm>
              <a:off x="-3513362" y="2262914"/>
              <a:ext cx="612251" cy="54676"/>
            </a:xfrm>
            <a:custGeom>
              <a:avLst/>
              <a:gdLst/>
              <a:ahLst/>
              <a:cxnLst/>
              <a:rect l="l" t="t" r="r" b="b"/>
              <a:pathLst>
                <a:path w="5890" h="526" extrusionOk="0">
                  <a:moveTo>
                    <a:pt x="5889" y="1"/>
                  </a:moveTo>
                  <a:lnTo>
                    <a:pt x="2123" y="206"/>
                  </a:lnTo>
                  <a:lnTo>
                    <a:pt x="0" y="320"/>
                  </a:lnTo>
                  <a:lnTo>
                    <a:pt x="0" y="526"/>
                  </a:lnTo>
                  <a:lnTo>
                    <a:pt x="2123" y="457"/>
                  </a:lnTo>
                  <a:lnTo>
                    <a:pt x="5889" y="229"/>
                  </a:lnTo>
                  <a:lnTo>
                    <a:pt x="5889" y="1"/>
                  </a:lnTo>
                  <a:close/>
                </a:path>
              </a:pathLst>
            </a:custGeom>
            <a:solidFill>
              <a:srgbClr val="ACC9FF">
                <a:alpha val="5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3" name="Google Shape;513;p47"/>
          <p:cNvGrpSpPr/>
          <p:nvPr/>
        </p:nvGrpSpPr>
        <p:grpSpPr>
          <a:xfrm>
            <a:off x="540518" y="3518495"/>
            <a:ext cx="345413" cy="564911"/>
            <a:chOff x="-3731650" y="1563039"/>
            <a:chExt cx="1041657" cy="1703592"/>
          </a:xfrm>
        </p:grpSpPr>
        <p:sp>
          <p:nvSpPr>
            <p:cNvPr id="514" name="Google Shape;514;p47"/>
            <p:cNvSpPr/>
            <p:nvPr/>
          </p:nvSpPr>
          <p:spPr>
            <a:xfrm>
              <a:off x="-3546625" y="1563039"/>
              <a:ext cx="856631" cy="735533"/>
            </a:xfrm>
            <a:custGeom>
              <a:avLst/>
              <a:gdLst/>
              <a:ahLst/>
              <a:cxnLst/>
              <a:rect l="l" t="t" r="r" b="b"/>
              <a:pathLst>
                <a:path w="8241" h="7076" extrusionOk="0">
                  <a:moveTo>
                    <a:pt x="4018" y="0"/>
                  </a:moveTo>
                  <a:lnTo>
                    <a:pt x="1" y="7076"/>
                  </a:lnTo>
                  <a:lnTo>
                    <a:pt x="8241" y="6642"/>
                  </a:lnTo>
                  <a:close/>
                </a:path>
              </a:pathLst>
            </a:custGeom>
            <a:solidFill>
              <a:srgbClr val="ACC9FF">
                <a:alpha val="5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47"/>
            <p:cNvSpPr/>
            <p:nvPr/>
          </p:nvSpPr>
          <p:spPr>
            <a:xfrm>
              <a:off x="-3731650" y="1563039"/>
              <a:ext cx="602792" cy="735533"/>
            </a:xfrm>
            <a:custGeom>
              <a:avLst/>
              <a:gdLst/>
              <a:ahLst/>
              <a:cxnLst/>
              <a:rect l="l" t="t" r="r" b="b"/>
              <a:pathLst>
                <a:path w="5799" h="7076" extrusionOk="0">
                  <a:moveTo>
                    <a:pt x="5798" y="0"/>
                  </a:moveTo>
                  <a:lnTo>
                    <a:pt x="3744" y="0"/>
                  </a:lnTo>
                  <a:lnTo>
                    <a:pt x="0" y="6665"/>
                  </a:lnTo>
                  <a:lnTo>
                    <a:pt x="1781" y="7076"/>
                  </a:lnTo>
                  <a:close/>
                </a:path>
              </a:pathLst>
            </a:custGeom>
            <a:gradFill>
              <a:gsLst>
                <a:gs pos="0">
                  <a:schemeClr val="dk2">
                    <a:alpha val="59730"/>
                  </a:schemeClr>
                </a:gs>
                <a:gs pos="100000">
                  <a:schemeClr val="lt2">
                    <a:alpha val="59730"/>
                  </a:scheme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47"/>
            <p:cNvSpPr/>
            <p:nvPr/>
          </p:nvSpPr>
          <p:spPr>
            <a:xfrm>
              <a:off x="-3292682" y="2262914"/>
              <a:ext cx="391570" cy="1003717"/>
            </a:xfrm>
            <a:custGeom>
              <a:avLst/>
              <a:gdLst/>
              <a:ahLst/>
              <a:cxnLst/>
              <a:rect l="l" t="t" r="r" b="b"/>
              <a:pathLst>
                <a:path w="3767" h="9656" extrusionOk="0">
                  <a:moveTo>
                    <a:pt x="3766" y="8720"/>
                  </a:moveTo>
                  <a:lnTo>
                    <a:pt x="0" y="9656"/>
                  </a:lnTo>
                  <a:lnTo>
                    <a:pt x="0" y="206"/>
                  </a:lnTo>
                  <a:lnTo>
                    <a:pt x="3766" y="1"/>
                  </a:lnTo>
                  <a:close/>
                </a:path>
              </a:pathLst>
            </a:custGeom>
            <a:solidFill>
              <a:srgbClr val="ACC9FF">
                <a:alpha val="5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47"/>
            <p:cNvSpPr/>
            <p:nvPr/>
          </p:nvSpPr>
          <p:spPr>
            <a:xfrm>
              <a:off x="-3513362" y="2284223"/>
              <a:ext cx="220784" cy="982408"/>
            </a:xfrm>
            <a:custGeom>
              <a:avLst/>
              <a:gdLst/>
              <a:ahLst/>
              <a:cxnLst/>
              <a:rect l="l" t="t" r="r" b="b"/>
              <a:pathLst>
                <a:path w="2124" h="9451" extrusionOk="0">
                  <a:moveTo>
                    <a:pt x="2123" y="9451"/>
                  </a:moveTo>
                  <a:lnTo>
                    <a:pt x="0" y="8994"/>
                  </a:lnTo>
                  <a:lnTo>
                    <a:pt x="0" y="115"/>
                  </a:lnTo>
                  <a:lnTo>
                    <a:pt x="2123" y="1"/>
                  </a:lnTo>
                  <a:close/>
                </a:path>
              </a:pathLst>
            </a:custGeom>
            <a:gradFill>
              <a:gsLst>
                <a:gs pos="0">
                  <a:schemeClr val="dk2">
                    <a:alpha val="59730"/>
                  </a:schemeClr>
                </a:gs>
                <a:gs pos="100000">
                  <a:schemeClr val="lt2">
                    <a:alpha val="59730"/>
                  </a:scheme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47"/>
            <p:cNvSpPr/>
            <p:nvPr/>
          </p:nvSpPr>
          <p:spPr>
            <a:xfrm>
              <a:off x="-3513362" y="2262914"/>
              <a:ext cx="612251" cy="54676"/>
            </a:xfrm>
            <a:custGeom>
              <a:avLst/>
              <a:gdLst/>
              <a:ahLst/>
              <a:cxnLst/>
              <a:rect l="l" t="t" r="r" b="b"/>
              <a:pathLst>
                <a:path w="5890" h="526" extrusionOk="0">
                  <a:moveTo>
                    <a:pt x="5889" y="1"/>
                  </a:moveTo>
                  <a:lnTo>
                    <a:pt x="2123" y="206"/>
                  </a:lnTo>
                  <a:lnTo>
                    <a:pt x="0" y="320"/>
                  </a:lnTo>
                  <a:lnTo>
                    <a:pt x="0" y="526"/>
                  </a:lnTo>
                  <a:lnTo>
                    <a:pt x="2123" y="457"/>
                  </a:lnTo>
                  <a:lnTo>
                    <a:pt x="5889" y="229"/>
                  </a:lnTo>
                  <a:lnTo>
                    <a:pt x="5889" y="1"/>
                  </a:lnTo>
                  <a:close/>
                </a:path>
              </a:pathLst>
            </a:custGeom>
            <a:solidFill>
              <a:srgbClr val="ACC9FF">
                <a:alpha val="5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9" name="Google Shape;519;p47"/>
          <p:cNvGrpSpPr/>
          <p:nvPr/>
        </p:nvGrpSpPr>
        <p:grpSpPr>
          <a:xfrm>
            <a:off x="7610718" y="967370"/>
            <a:ext cx="345413" cy="564911"/>
            <a:chOff x="-3731650" y="1563039"/>
            <a:chExt cx="1041657" cy="1703592"/>
          </a:xfrm>
        </p:grpSpPr>
        <p:sp>
          <p:nvSpPr>
            <p:cNvPr id="520" name="Google Shape;520;p47"/>
            <p:cNvSpPr/>
            <p:nvPr/>
          </p:nvSpPr>
          <p:spPr>
            <a:xfrm>
              <a:off x="-3546625" y="1563039"/>
              <a:ext cx="856631" cy="735533"/>
            </a:xfrm>
            <a:custGeom>
              <a:avLst/>
              <a:gdLst/>
              <a:ahLst/>
              <a:cxnLst/>
              <a:rect l="l" t="t" r="r" b="b"/>
              <a:pathLst>
                <a:path w="8241" h="7076" extrusionOk="0">
                  <a:moveTo>
                    <a:pt x="4018" y="0"/>
                  </a:moveTo>
                  <a:lnTo>
                    <a:pt x="1" y="7076"/>
                  </a:lnTo>
                  <a:lnTo>
                    <a:pt x="8241" y="6642"/>
                  </a:lnTo>
                  <a:close/>
                </a:path>
              </a:pathLst>
            </a:custGeom>
            <a:solidFill>
              <a:srgbClr val="ACC9FF">
                <a:alpha val="5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47"/>
            <p:cNvSpPr/>
            <p:nvPr/>
          </p:nvSpPr>
          <p:spPr>
            <a:xfrm>
              <a:off x="-3731650" y="1563039"/>
              <a:ext cx="602792" cy="735533"/>
            </a:xfrm>
            <a:custGeom>
              <a:avLst/>
              <a:gdLst/>
              <a:ahLst/>
              <a:cxnLst/>
              <a:rect l="l" t="t" r="r" b="b"/>
              <a:pathLst>
                <a:path w="5799" h="7076" extrusionOk="0">
                  <a:moveTo>
                    <a:pt x="5798" y="0"/>
                  </a:moveTo>
                  <a:lnTo>
                    <a:pt x="3744" y="0"/>
                  </a:lnTo>
                  <a:lnTo>
                    <a:pt x="0" y="6665"/>
                  </a:lnTo>
                  <a:lnTo>
                    <a:pt x="1781" y="7076"/>
                  </a:lnTo>
                  <a:close/>
                </a:path>
              </a:pathLst>
            </a:custGeom>
            <a:gradFill>
              <a:gsLst>
                <a:gs pos="0">
                  <a:schemeClr val="dk2">
                    <a:alpha val="59730"/>
                  </a:schemeClr>
                </a:gs>
                <a:gs pos="100000">
                  <a:schemeClr val="lt2">
                    <a:alpha val="59730"/>
                  </a:scheme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47"/>
            <p:cNvSpPr/>
            <p:nvPr/>
          </p:nvSpPr>
          <p:spPr>
            <a:xfrm>
              <a:off x="-3292682" y="2262914"/>
              <a:ext cx="391570" cy="1003717"/>
            </a:xfrm>
            <a:custGeom>
              <a:avLst/>
              <a:gdLst/>
              <a:ahLst/>
              <a:cxnLst/>
              <a:rect l="l" t="t" r="r" b="b"/>
              <a:pathLst>
                <a:path w="3767" h="9656" extrusionOk="0">
                  <a:moveTo>
                    <a:pt x="3766" y="8720"/>
                  </a:moveTo>
                  <a:lnTo>
                    <a:pt x="0" y="9656"/>
                  </a:lnTo>
                  <a:lnTo>
                    <a:pt x="0" y="206"/>
                  </a:lnTo>
                  <a:lnTo>
                    <a:pt x="3766" y="1"/>
                  </a:lnTo>
                  <a:close/>
                </a:path>
              </a:pathLst>
            </a:custGeom>
            <a:solidFill>
              <a:srgbClr val="ACC9FF">
                <a:alpha val="5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47"/>
            <p:cNvSpPr/>
            <p:nvPr/>
          </p:nvSpPr>
          <p:spPr>
            <a:xfrm>
              <a:off x="-3513362" y="2284223"/>
              <a:ext cx="220784" cy="982408"/>
            </a:xfrm>
            <a:custGeom>
              <a:avLst/>
              <a:gdLst/>
              <a:ahLst/>
              <a:cxnLst/>
              <a:rect l="l" t="t" r="r" b="b"/>
              <a:pathLst>
                <a:path w="2124" h="9451" extrusionOk="0">
                  <a:moveTo>
                    <a:pt x="2123" y="9451"/>
                  </a:moveTo>
                  <a:lnTo>
                    <a:pt x="0" y="8994"/>
                  </a:lnTo>
                  <a:lnTo>
                    <a:pt x="0" y="115"/>
                  </a:lnTo>
                  <a:lnTo>
                    <a:pt x="2123" y="1"/>
                  </a:lnTo>
                  <a:close/>
                </a:path>
              </a:pathLst>
            </a:custGeom>
            <a:gradFill>
              <a:gsLst>
                <a:gs pos="0">
                  <a:schemeClr val="dk2">
                    <a:alpha val="59730"/>
                  </a:schemeClr>
                </a:gs>
                <a:gs pos="100000">
                  <a:schemeClr val="lt2">
                    <a:alpha val="59730"/>
                  </a:scheme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47"/>
            <p:cNvSpPr/>
            <p:nvPr/>
          </p:nvSpPr>
          <p:spPr>
            <a:xfrm>
              <a:off x="-3513362" y="2262914"/>
              <a:ext cx="612251" cy="54676"/>
            </a:xfrm>
            <a:custGeom>
              <a:avLst/>
              <a:gdLst/>
              <a:ahLst/>
              <a:cxnLst/>
              <a:rect l="l" t="t" r="r" b="b"/>
              <a:pathLst>
                <a:path w="5890" h="526" extrusionOk="0">
                  <a:moveTo>
                    <a:pt x="5889" y="1"/>
                  </a:moveTo>
                  <a:lnTo>
                    <a:pt x="2123" y="206"/>
                  </a:lnTo>
                  <a:lnTo>
                    <a:pt x="0" y="320"/>
                  </a:lnTo>
                  <a:lnTo>
                    <a:pt x="0" y="526"/>
                  </a:lnTo>
                  <a:lnTo>
                    <a:pt x="2123" y="457"/>
                  </a:lnTo>
                  <a:lnTo>
                    <a:pt x="5889" y="229"/>
                  </a:lnTo>
                  <a:lnTo>
                    <a:pt x="5889" y="1"/>
                  </a:lnTo>
                  <a:close/>
                </a:path>
              </a:pathLst>
            </a:custGeom>
            <a:solidFill>
              <a:srgbClr val="ACC9FF">
                <a:alpha val="5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7" name="Google Shape;537;p47"/>
          <p:cNvGrpSpPr/>
          <p:nvPr/>
        </p:nvGrpSpPr>
        <p:grpSpPr>
          <a:xfrm>
            <a:off x="7610718" y="3209333"/>
            <a:ext cx="345413" cy="564911"/>
            <a:chOff x="-3731650" y="1563039"/>
            <a:chExt cx="1041657" cy="1703592"/>
          </a:xfrm>
        </p:grpSpPr>
        <p:sp>
          <p:nvSpPr>
            <p:cNvPr id="538" name="Google Shape;538;p47"/>
            <p:cNvSpPr/>
            <p:nvPr/>
          </p:nvSpPr>
          <p:spPr>
            <a:xfrm>
              <a:off x="-3546625" y="1563039"/>
              <a:ext cx="856631" cy="735533"/>
            </a:xfrm>
            <a:custGeom>
              <a:avLst/>
              <a:gdLst/>
              <a:ahLst/>
              <a:cxnLst/>
              <a:rect l="l" t="t" r="r" b="b"/>
              <a:pathLst>
                <a:path w="8241" h="7076" extrusionOk="0">
                  <a:moveTo>
                    <a:pt x="4018" y="0"/>
                  </a:moveTo>
                  <a:lnTo>
                    <a:pt x="1" y="7076"/>
                  </a:lnTo>
                  <a:lnTo>
                    <a:pt x="8241" y="6642"/>
                  </a:lnTo>
                  <a:close/>
                </a:path>
              </a:pathLst>
            </a:custGeom>
            <a:solidFill>
              <a:srgbClr val="ACC9FF">
                <a:alpha val="5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47"/>
            <p:cNvSpPr/>
            <p:nvPr/>
          </p:nvSpPr>
          <p:spPr>
            <a:xfrm>
              <a:off x="-3731650" y="1563039"/>
              <a:ext cx="602792" cy="735533"/>
            </a:xfrm>
            <a:custGeom>
              <a:avLst/>
              <a:gdLst/>
              <a:ahLst/>
              <a:cxnLst/>
              <a:rect l="l" t="t" r="r" b="b"/>
              <a:pathLst>
                <a:path w="5799" h="7076" extrusionOk="0">
                  <a:moveTo>
                    <a:pt x="5798" y="0"/>
                  </a:moveTo>
                  <a:lnTo>
                    <a:pt x="3744" y="0"/>
                  </a:lnTo>
                  <a:lnTo>
                    <a:pt x="0" y="6665"/>
                  </a:lnTo>
                  <a:lnTo>
                    <a:pt x="1781" y="7076"/>
                  </a:lnTo>
                  <a:close/>
                </a:path>
              </a:pathLst>
            </a:custGeom>
            <a:gradFill>
              <a:gsLst>
                <a:gs pos="0">
                  <a:schemeClr val="dk2">
                    <a:alpha val="59730"/>
                  </a:schemeClr>
                </a:gs>
                <a:gs pos="100000">
                  <a:schemeClr val="lt2">
                    <a:alpha val="59730"/>
                  </a:scheme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47"/>
            <p:cNvSpPr/>
            <p:nvPr/>
          </p:nvSpPr>
          <p:spPr>
            <a:xfrm>
              <a:off x="-3292682" y="2262914"/>
              <a:ext cx="391570" cy="1003717"/>
            </a:xfrm>
            <a:custGeom>
              <a:avLst/>
              <a:gdLst/>
              <a:ahLst/>
              <a:cxnLst/>
              <a:rect l="l" t="t" r="r" b="b"/>
              <a:pathLst>
                <a:path w="3767" h="9656" extrusionOk="0">
                  <a:moveTo>
                    <a:pt x="3766" y="8720"/>
                  </a:moveTo>
                  <a:lnTo>
                    <a:pt x="0" y="9656"/>
                  </a:lnTo>
                  <a:lnTo>
                    <a:pt x="0" y="206"/>
                  </a:lnTo>
                  <a:lnTo>
                    <a:pt x="3766" y="1"/>
                  </a:lnTo>
                  <a:close/>
                </a:path>
              </a:pathLst>
            </a:custGeom>
            <a:solidFill>
              <a:srgbClr val="ACC9FF">
                <a:alpha val="5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47"/>
            <p:cNvSpPr/>
            <p:nvPr/>
          </p:nvSpPr>
          <p:spPr>
            <a:xfrm>
              <a:off x="-3513362" y="2284223"/>
              <a:ext cx="220784" cy="982408"/>
            </a:xfrm>
            <a:custGeom>
              <a:avLst/>
              <a:gdLst/>
              <a:ahLst/>
              <a:cxnLst/>
              <a:rect l="l" t="t" r="r" b="b"/>
              <a:pathLst>
                <a:path w="2124" h="9451" extrusionOk="0">
                  <a:moveTo>
                    <a:pt x="2123" y="9451"/>
                  </a:moveTo>
                  <a:lnTo>
                    <a:pt x="0" y="8994"/>
                  </a:lnTo>
                  <a:lnTo>
                    <a:pt x="0" y="115"/>
                  </a:lnTo>
                  <a:lnTo>
                    <a:pt x="2123" y="1"/>
                  </a:lnTo>
                  <a:close/>
                </a:path>
              </a:pathLst>
            </a:custGeom>
            <a:gradFill>
              <a:gsLst>
                <a:gs pos="0">
                  <a:schemeClr val="dk2">
                    <a:alpha val="59730"/>
                  </a:schemeClr>
                </a:gs>
                <a:gs pos="100000">
                  <a:schemeClr val="lt2">
                    <a:alpha val="59730"/>
                  </a:scheme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47"/>
            <p:cNvSpPr/>
            <p:nvPr/>
          </p:nvSpPr>
          <p:spPr>
            <a:xfrm>
              <a:off x="-3513362" y="2262914"/>
              <a:ext cx="612251" cy="54676"/>
            </a:xfrm>
            <a:custGeom>
              <a:avLst/>
              <a:gdLst/>
              <a:ahLst/>
              <a:cxnLst/>
              <a:rect l="l" t="t" r="r" b="b"/>
              <a:pathLst>
                <a:path w="5890" h="526" extrusionOk="0">
                  <a:moveTo>
                    <a:pt x="5889" y="1"/>
                  </a:moveTo>
                  <a:lnTo>
                    <a:pt x="2123" y="206"/>
                  </a:lnTo>
                  <a:lnTo>
                    <a:pt x="0" y="320"/>
                  </a:lnTo>
                  <a:lnTo>
                    <a:pt x="0" y="526"/>
                  </a:lnTo>
                  <a:lnTo>
                    <a:pt x="2123" y="457"/>
                  </a:lnTo>
                  <a:lnTo>
                    <a:pt x="5889" y="229"/>
                  </a:lnTo>
                  <a:lnTo>
                    <a:pt x="5889" y="1"/>
                  </a:lnTo>
                  <a:close/>
                </a:path>
              </a:pathLst>
            </a:custGeom>
            <a:solidFill>
              <a:srgbClr val="ACC9FF">
                <a:alpha val="5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Блок-схема: процесс 5">
            <a:extLst>
              <a:ext uri="{FF2B5EF4-FFF2-40B4-BE49-F238E27FC236}">
                <a16:creationId xmlns:a16="http://schemas.microsoft.com/office/drawing/2014/main" id="{088B3CAE-2A6E-87A7-7AC2-577BEAF9FB15}"/>
              </a:ext>
            </a:extLst>
          </p:cNvPr>
          <p:cNvSpPr/>
          <p:nvPr/>
        </p:nvSpPr>
        <p:spPr>
          <a:xfrm>
            <a:off x="2162175" y="3607828"/>
            <a:ext cx="4733925" cy="697472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0" name="Google Shape;480;p47"/>
          <p:cNvSpPr txBox="1">
            <a:spLocks noGrp="1"/>
          </p:cNvSpPr>
          <p:nvPr>
            <p:ph type="title"/>
          </p:nvPr>
        </p:nvSpPr>
        <p:spPr>
          <a:xfrm>
            <a:off x="1869885" y="982240"/>
            <a:ext cx="5408364" cy="34106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</a:rPr>
              <a:t>Спасибо за внимание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Crypto Insurance Project Proposal by Slidesgo">
  <a:themeElements>
    <a:clrScheme name="Simple Light">
      <a:dk1>
        <a:srgbClr val="191919"/>
      </a:dk1>
      <a:lt1>
        <a:srgbClr val="FFFFFF"/>
      </a:lt1>
      <a:dk2>
        <a:srgbClr val="5992FD"/>
      </a:dk2>
      <a:lt2>
        <a:srgbClr val="ACC9FF"/>
      </a:lt2>
      <a:accent1>
        <a:srgbClr val="F3F3F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</TotalTime>
  <Words>382</Words>
  <Application>Microsoft Office PowerPoint</Application>
  <PresentationFormat>Экран (16:9)</PresentationFormat>
  <Paragraphs>81</Paragraphs>
  <Slides>16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Bebas Neue</vt:lpstr>
      <vt:lpstr>Raleway</vt:lpstr>
      <vt:lpstr>Montserrat</vt:lpstr>
      <vt:lpstr>Arial</vt:lpstr>
      <vt:lpstr>Anaheim</vt:lpstr>
      <vt:lpstr>Crypto Insurance Project Proposal by Slidesgo</vt:lpstr>
      <vt:lpstr>Ассисент HR  Hirelander</vt:lpstr>
      <vt:lpstr>Презентация PowerPoint</vt:lpstr>
      <vt:lpstr>Roadmap презентации</vt:lpstr>
      <vt:lpstr>Цели</vt:lpstr>
      <vt:lpstr>Стек разработки</vt:lpstr>
      <vt:lpstr>Реализация</vt:lpstr>
      <vt:lpstr>Реализация</vt:lpstr>
      <vt:lpstr>Реализация</vt:lpstr>
      <vt:lpstr>Реализация</vt:lpstr>
      <vt:lpstr>Демонстрация функционала</vt:lpstr>
      <vt:lpstr>Демонстрация функционала</vt:lpstr>
      <vt:lpstr>Демонстрация функционала</vt:lpstr>
      <vt:lpstr>Демонстрация функционала</vt:lpstr>
      <vt:lpstr>Демонстрация функционала</vt:lpstr>
      <vt:lpstr>Результаты работы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Олег Мамонтов</dc:creator>
  <cp:lastModifiedBy>Олег Мамонтов</cp:lastModifiedBy>
  <cp:revision>5</cp:revision>
  <dcterms:modified xsi:type="dcterms:W3CDTF">2025-09-09T18:28:41Z</dcterms:modified>
</cp:coreProperties>
</file>